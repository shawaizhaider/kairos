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58" r:id="rId3"/>
    <p:sldId id="260" r:id="rId4"/>
    <p:sldId id="262" r:id="rId5"/>
    <p:sldId id="261" r:id="rId6"/>
    <p:sldId id="257" r:id="rId7"/>
    <p:sldId id="256" r:id="rId8"/>
    <p:sldId id="259" r:id="rId9"/>
    <p:sldId id="263" r:id="rId10"/>
    <p:sldId id="264" r:id="rId11"/>
    <p:sldId id="266" r:id="rId12"/>
    <p:sldId id="267" r:id="rId13"/>
    <p:sldId id="268" r:id="rId14"/>
    <p:sldId id="269" r:id="rId15"/>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D4AE15-A7DD-497B-BE3F-7F068DE138F9}" v="376" dt="2026-05-13T00:45:44.420"/>
    <p1510:client id="{EFAE8369-E448-4257-BFED-DEA97981CFBE}" v="5215" dt="2026-05-13T10:17:57.1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 Hassan Bilal" userId="485d5a69-391f-4f1a-b4ee-a707f78cfc74" providerId="ADAL" clId="{265462A7-D877-417E-973E-98E6BFC5866E}"/>
    <pc:docChg chg="undo custSel addSld modSld sldOrd">
      <pc:chgData name="Muhammad Hassan Bilal" userId="485d5a69-391f-4f1a-b4ee-a707f78cfc74" providerId="ADAL" clId="{265462A7-D877-417E-973E-98E6BFC5866E}" dt="2026-05-13T00:45:44.420" v="379" actId="26606"/>
      <pc:docMkLst>
        <pc:docMk/>
      </pc:docMkLst>
      <pc:sldChg chg="addSp delSp modSp mod setBg">
        <pc:chgData name="Muhammad Hassan Bilal" userId="485d5a69-391f-4f1a-b4ee-a707f78cfc74" providerId="ADAL" clId="{265462A7-D877-417E-973E-98E6BFC5866E}" dt="2026-05-13T00:26:44.443" v="36" actId="26606"/>
        <pc:sldMkLst>
          <pc:docMk/>
          <pc:sldMk cId="891093220" sldId="256"/>
        </pc:sldMkLst>
        <pc:spChg chg="add del">
          <ac:chgData name="Muhammad Hassan Bilal" userId="485d5a69-391f-4f1a-b4ee-a707f78cfc74" providerId="ADAL" clId="{265462A7-D877-417E-973E-98E6BFC5866E}" dt="2026-05-13T00:26:23.894" v="34" actId="26606"/>
          <ac:spMkLst>
            <pc:docMk/>
            <pc:sldMk cId="891093220" sldId="256"/>
            <ac:spMk id="5" creationId="{AB8C311F-7253-4AED-9701-7FC0708C41C7}"/>
          </ac:spMkLst>
        </pc:spChg>
        <pc:spChg chg="add del">
          <ac:chgData name="Muhammad Hassan Bilal" userId="485d5a69-391f-4f1a-b4ee-a707f78cfc74" providerId="ADAL" clId="{265462A7-D877-417E-973E-98E6BFC5866E}" dt="2026-05-13T00:26:23.894" v="34" actId="26606"/>
          <ac:spMkLst>
            <pc:docMk/>
            <pc:sldMk cId="891093220" sldId="256"/>
            <ac:spMk id="6" creationId="{FD073016-B734-483B-8953-5BADEE145112}"/>
          </ac:spMkLst>
        </pc:spChg>
        <pc:spChg chg="add del">
          <ac:chgData name="Muhammad Hassan Bilal" userId="485d5a69-391f-4f1a-b4ee-a707f78cfc74" providerId="ADAL" clId="{265462A7-D877-417E-973E-98E6BFC5866E}" dt="2026-05-13T00:26:23.894" v="34" actId="26606"/>
          <ac:spMkLst>
            <pc:docMk/>
            <pc:sldMk cId="891093220" sldId="256"/>
            <ac:spMk id="7" creationId="{90A7EAB6-59D3-4325-8DE6-E0CA4009CE53}"/>
          </ac:spMkLst>
        </pc:spChg>
        <pc:spChg chg="add del">
          <ac:chgData name="Muhammad Hassan Bilal" userId="485d5a69-391f-4f1a-b4ee-a707f78cfc74" providerId="ADAL" clId="{265462A7-D877-417E-973E-98E6BFC5866E}" dt="2026-05-13T00:26:06.790" v="22" actId="26606"/>
          <ac:spMkLst>
            <pc:docMk/>
            <pc:sldMk cId="891093220" sldId="256"/>
            <ac:spMk id="8" creationId="{F3060C83-F051-4F0E-ABAD-AA0DFC48B218}"/>
          </ac:spMkLst>
        </pc:spChg>
        <pc:spChg chg="add del">
          <ac:chgData name="Muhammad Hassan Bilal" userId="485d5a69-391f-4f1a-b4ee-a707f78cfc74" providerId="ADAL" clId="{265462A7-D877-417E-973E-98E6BFC5866E}" dt="2026-05-13T00:26:23.894" v="34" actId="26606"/>
          <ac:spMkLst>
            <pc:docMk/>
            <pc:sldMk cId="891093220" sldId="256"/>
            <ac:spMk id="9" creationId="{A8D57A06-A426-446D-B02C-A2DC6B62E45E}"/>
          </ac:spMkLst>
        </pc:spChg>
        <pc:spChg chg="add del">
          <ac:chgData name="Muhammad Hassan Bilal" userId="485d5a69-391f-4f1a-b4ee-a707f78cfc74" providerId="ADAL" clId="{265462A7-D877-417E-973E-98E6BFC5866E}" dt="2026-05-13T00:26:06.790" v="22" actId="26606"/>
          <ac:spMkLst>
            <pc:docMk/>
            <pc:sldMk cId="891093220" sldId="256"/>
            <ac:spMk id="10" creationId="{83C98ABE-055B-441F-B07E-44F97F083C39}"/>
          </ac:spMkLst>
        </pc:spChg>
        <pc:spChg chg="add del">
          <ac:chgData name="Muhammad Hassan Bilal" userId="485d5a69-391f-4f1a-b4ee-a707f78cfc74" providerId="ADAL" clId="{265462A7-D877-417E-973E-98E6BFC5866E}" dt="2026-05-13T00:26:44.443" v="36" actId="26606"/>
          <ac:spMkLst>
            <pc:docMk/>
            <pc:sldMk cId="891093220" sldId="256"/>
            <ac:spMk id="11" creationId="{22F15A2D-2324-487D-A02A-BF46C5C580EB}"/>
          </ac:spMkLst>
        </pc:spChg>
        <pc:spChg chg="add del">
          <ac:chgData name="Muhammad Hassan Bilal" userId="485d5a69-391f-4f1a-b4ee-a707f78cfc74" providerId="ADAL" clId="{265462A7-D877-417E-973E-98E6BFC5866E}" dt="2026-05-13T00:26:06.790" v="22" actId="26606"/>
          <ac:spMkLst>
            <pc:docMk/>
            <pc:sldMk cId="891093220" sldId="256"/>
            <ac:spMk id="12" creationId="{29FDB030-9B49-4CED-8CCD-4D99382388AC}"/>
          </ac:spMkLst>
        </pc:spChg>
        <pc:spChg chg="add del">
          <ac:chgData name="Muhammad Hassan Bilal" userId="485d5a69-391f-4f1a-b4ee-a707f78cfc74" providerId="ADAL" clId="{265462A7-D877-417E-973E-98E6BFC5866E}" dt="2026-05-13T00:26:44.443" v="36" actId="26606"/>
          <ac:spMkLst>
            <pc:docMk/>
            <pc:sldMk cId="891093220" sldId="256"/>
            <ac:spMk id="13" creationId="{17A7F34E-D418-47E2-9F86-2C45BBC31210}"/>
          </ac:spMkLst>
        </pc:spChg>
        <pc:spChg chg="add del">
          <ac:chgData name="Muhammad Hassan Bilal" userId="485d5a69-391f-4f1a-b4ee-a707f78cfc74" providerId="ADAL" clId="{265462A7-D877-417E-973E-98E6BFC5866E}" dt="2026-05-13T00:26:06.790" v="22" actId="26606"/>
          <ac:spMkLst>
            <pc:docMk/>
            <pc:sldMk cId="891093220" sldId="256"/>
            <ac:spMk id="14" creationId="{3783CA14-24A1-485C-8B30-D6A5D87987AD}"/>
          </ac:spMkLst>
        </pc:spChg>
        <pc:spChg chg="add del">
          <ac:chgData name="Muhammad Hassan Bilal" userId="485d5a69-391f-4f1a-b4ee-a707f78cfc74" providerId="ADAL" clId="{265462A7-D877-417E-973E-98E6BFC5866E}" dt="2026-05-13T00:26:44.443" v="36" actId="26606"/>
          <ac:spMkLst>
            <pc:docMk/>
            <pc:sldMk cId="891093220" sldId="256"/>
            <ac:spMk id="15" creationId="{2AEAFA59-923A-4F54-8B49-44C970BCC323}"/>
          </ac:spMkLst>
        </pc:spChg>
        <pc:spChg chg="add del">
          <ac:chgData name="Muhammad Hassan Bilal" userId="485d5a69-391f-4f1a-b4ee-a707f78cfc74" providerId="ADAL" clId="{265462A7-D877-417E-973E-98E6BFC5866E}" dt="2026-05-13T00:26:06.790" v="22" actId="26606"/>
          <ac:spMkLst>
            <pc:docMk/>
            <pc:sldMk cId="891093220" sldId="256"/>
            <ac:spMk id="16" creationId="{9A97C86A-04D6-40F7-AE84-31AB43E6A846}"/>
          </ac:spMkLst>
        </pc:spChg>
        <pc:spChg chg="add del">
          <ac:chgData name="Muhammad Hassan Bilal" userId="485d5a69-391f-4f1a-b4ee-a707f78cfc74" providerId="ADAL" clId="{265462A7-D877-417E-973E-98E6BFC5866E}" dt="2026-05-13T00:26:06.790" v="22" actId="26606"/>
          <ac:spMkLst>
            <pc:docMk/>
            <pc:sldMk cId="891093220" sldId="256"/>
            <ac:spMk id="18" creationId="{FF9F2414-84E8-453E-B1F3-389FDE8192D9}"/>
          </ac:spMkLst>
        </pc:spChg>
        <pc:spChg chg="add del">
          <ac:chgData name="Muhammad Hassan Bilal" userId="485d5a69-391f-4f1a-b4ee-a707f78cfc74" providerId="ADAL" clId="{265462A7-D877-417E-973E-98E6BFC5866E}" dt="2026-05-13T00:26:06.790" v="22" actId="26606"/>
          <ac:spMkLst>
            <pc:docMk/>
            <pc:sldMk cId="891093220" sldId="256"/>
            <ac:spMk id="20" creationId="{3ECA69A1-7536-43AC-85EF-C7106179F5ED}"/>
          </ac:spMkLst>
        </pc:spChg>
        <pc:spChg chg="add del">
          <ac:chgData name="Muhammad Hassan Bilal" userId="485d5a69-391f-4f1a-b4ee-a707f78cfc74" providerId="ADAL" clId="{265462A7-D877-417E-973E-98E6BFC5866E}" dt="2026-05-13T00:26:08.576" v="24" actId="26606"/>
          <ac:spMkLst>
            <pc:docMk/>
            <pc:sldMk cId="891093220" sldId="256"/>
            <ac:spMk id="22" creationId="{AB8C311F-7253-4AED-9701-7FC0708C41C7}"/>
          </ac:spMkLst>
        </pc:spChg>
        <pc:spChg chg="add del">
          <ac:chgData name="Muhammad Hassan Bilal" userId="485d5a69-391f-4f1a-b4ee-a707f78cfc74" providerId="ADAL" clId="{265462A7-D877-417E-973E-98E6BFC5866E}" dt="2026-05-13T00:26:08.576" v="24" actId="26606"/>
          <ac:spMkLst>
            <pc:docMk/>
            <pc:sldMk cId="891093220" sldId="256"/>
            <ac:spMk id="23" creationId="{E2384209-CB15-4CDF-9D31-C44FD9A3F20D}"/>
          </ac:spMkLst>
        </pc:spChg>
        <pc:spChg chg="add del">
          <ac:chgData name="Muhammad Hassan Bilal" userId="485d5a69-391f-4f1a-b4ee-a707f78cfc74" providerId="ADAL" clId="{265462A7-D877-417E-973E-98E6BFC5866E}" dt="2026-05-13T00:26:08.576" v="24" actId="26606"/>
          <ac:spMkLst>
            <pc:docMk/>
            <pc:sldMk cId="891093220" sldId="256"/>
            <ac:spMk id="24" creationId="{2633B3B5-CC90-43F0-8714-D31D1F3F0209}"/>
          </ac:spMkLst>
        </pc:spChg>
        <pc:spChg chg="add del">
          <ac:chgData name="Muhammad Hassan Bilal" userId="485d5a69-391f-4f1a-b4ee-a707f78cfc74" providerId="ADAL" clId="{265462A7-D877-417E-973E-98E6BFC5866E}" dt="2026-05-13T00:26:08.576" v="24" actId="26606"/>
          <ac:spMkLst>
            <pc:docMk/>
            <pc:sldMk cId="891093220" sldId="256"/>
            <ac:spMk id="25" creationId="{A8D57A06-A426-446D-B02C-A2DC6B62E45E}"/>
          </ac:spMkLst>
        </pc:spChg>
        <pc:spChg chg="add del">
          <ac:chgData name="Muhammad Hassan Bilal" userId="485d5a69-391f-4f1a-b4ee-a707f78cfc74" providerId="ADAL" clId="{265462A7-D877-417E-973E-98E6BFC5866E}" dt="2026-05-13T00:26:09.749" v="26" actId="26606"/>
          <ac:spMkLst>
            <pc:docMk/>
            <pc:sldMk cId="891093220" sldId="256"/>
            <ac:spMk id="27" creationId="{ED55A19D-297C-4231-AD1F-08EF9B4AA8F4}"/>
          </ac:spMkLst>
        </pc:spChg>
        <pc:spChg chg="add del">
          <ac:chgData name="Muhammad Hassan Bilal" userId="485d5a69-391f-4f1a-b4ee-a707f78cfc74" providerId="ADAL" clId="{265462A7-D877-417E-973E-98E6BFC5866E}" dt="2026-05-13T00:26:09.749" v="26" actId="26606"/>
          <ac:spMkLst>
            <pc:docMk/>
            <pc:sldMk cId="891093220" sldId="256"/>
            <ac:spMk id="28" creationId="{EBAB6C56-3D38-4923-996E-BD474BBB91E9}"/>
          </ac:spMkLst>
        </pc:spChg>
        <pc:spChg chg="add del">
          <ac:chgData name="Muhammad Hassan Bilal" userId="485d5a69-391f-4f1a-b4ee-a707f78cfc74" providerId="ADAL" clId="{265462A7-D877-417E-973E-98E6BFC5866E}" dt="2026-05-13T00:26:09.749" v="26" actId="26606"/>
          <ac:spMkLst>
            <pc:docMk/>
            <pc:sldMk cId="891093220" sldId="256"/>
            <ac:spMk id="29" creationId="{20CD21DB-082D-417D-A5AB-FC838AF9D944}"/>
          </ac:spMkLst>
        </pc:spChg>
        <pc:spChg chg="add del">
          <ac:chgData name="Muhammad Hassan Bilal" userId="485d5a69-391f-4f1a-b4ee-a707f78cfc74" providerId="ADAL" clId="{265462A7-D877-417E-973E-98E6BFC5866E}" dt="2026-05-13T00:26:11.392" v="28" actId="26606"/>
          <ac:spMkLst>
            <pc:docMk/>
            <pc:sldMk cId="891093220" sldId="256"/>
            <ac:spMk id="31" creationId="{16B067B1-F4E5-4FDF-813D-C9E872E80075}"/>
          </ac:spMkLst>
        </pc:spChg>
        <pc:spChg chg="add del">
          <ac:chgData name="Muhammad Hassan Bilal" userId="485d5a69-391f-4f1a-b4ee-a707f78cfc74" providerId="ADAL" clId="{265462A7-D877-417E-973E-98E6BFC5866E}" dt="2026-05-13T00:26:12.847" v="30" actId="26606"/>
          <ac:spMkLst>
            <pc:docMk/>
            <pc:sldMk cId="891093220" sldId="256"/>
            <ac:spMk id="33" creationId="{7742A528-B5BC-48B8-92DE-9C2B44451A96}"/>
          </ac:spMkLst>
        </pc:spChg>
        <pc:picChg chg="add mod">
          <ac:chgData name="Muhammad Hassan Bilal" userId="485d5a69-391f-4f1a-b4ee-a707f78cfc74" providerId="ADAL" clId="{265462A7-D877-417E-973E-98E6BFC5866E}" dt="2026-05-13T00:26:44.443" v="36" actId="26606"/>
          <ac:picMkLst>
            <pc:docMk/>
            <pc:sldMk cId="891093220" sldId="256"/>
            <ac:picMk id="3" creationId="{0E7F5490-9C19-EC96-275B-9B4E0A33BEE3}"/>
          </ac:picMkLst>
        </pc:picChg>
      </pc:sldChg>
      <pc:sldChg chg="addSp delSp modSp mod">
        <pc:chgData name="Muhammad Hassan Bilal" userId="485d5a69-391f-4f1a-b4ee-a707f78cfc74" providerId="ADAL" clId="{265462A7-D877-417E-973E-98E6BFC5866E}" dt="2026-05-13T00:25:39.785" v="20" actId="14100"/>
        <pc:sldMkLst>
          <pc:docMk/>
          <pc:sldMk cId="3636757363" sldId="257"/>
        </pc:sldMkLst>
        <pc:picChg chg="add del mod">
          <ac:chgData name="Muhammad Hassan Bilal" userId="485d5a69-391f-4f1a-b4ee-a707f78cfc74" providerId="ADAL" clId="{265462A7-D877-417E-973E-98E6BFC5866E}" dt="2026-05-13T00:25:29.087" v="15" actId="478"/>
          <ac:picMkLst>
            <pc:docMk/>
            <pc:sldMk cId="3636757363" sldId="257"/>
            <ac:picMk id="5" creationId="{9DF009B9-6D01-A5EB-873E-100DBF8CD4C1}"/>
          </ac:picMkLst>
        </pc:picChg>
        <pc:picChg chg="add mod">
          <ac:chgData name="Muhammad Hassan Bilal" userId="485d5a69-391f-4f1a-b4ee-a707f78cfc74" providerId="ADAL" clId="{265462A7-D877-417E-973E-98E6BFC5866E}" dt="2026-05-13T00:25:39.785" v="20" actId="14100"/>
          <ac:picMkLst>
            <pc:docMk/>
            <pc:sldMk cId="3636757363" sldId="257"/>
            <ac:picMk id="7" creationId="{CD2C492D-3CDA-A110-B95A-CD69E9FBF172}"/>
          </ac:picMkLst>
        </pc:picChg>
      </pc:sldChg>
      <pc:sldChg chg="addSp delSp modSp add mod ord setBg">
        <pc:chgData name="Muhammad Hassan Bilal" userId="485d5a69-391f-4f1a-b4ee-a707f78cfc74" providerId="ADAL" clId="{265462A7-D877-417E-973E-98E6BFC5866E}" dt="2026-05-13T00:45:44.420" v="379" actId="26606"/>
        <pc:sldMkLst>
          <pc:docMk/>
          <pc:sldMk cId="4004141830" sldId="258"/>
        </pc:sldMkLst>
        <pc:spChg chg="add del mod">
          <ac:chgData name="Muhammad Hassan Bilal" userId="485d5a69-391f-4f1a-b4ee-a707f78cfc74" providerId="ADAL" clId="{265462A7-D877-417E-973E-98E6BFC5866E}" dt="2026-05-13T00:44:36.529" v="356" actId="26606"/>
          <ac:spMkLst>
            <pc:docMk/>
            <pc:sldMk cId="4004141830" sldId="258"/>
            <ac:spMk id="2" creationId="{C3593D98-1942-E57B-C632-ACA730CAAA92}"/>
          </ac:spMkLst>
        </pc:spChg>
        <pc:spChg chg="add del">
          <ac:chgData name="Muhammad Hassan Bilal" userId="485d5a69-391f-4f1a-b4ee-a707f78cfc74" providerId="ADAL" clId="{265462A7-D877-417E-973E-98E6BFC5866E}" dt="2026-05-13T00:42:16.734" v="305" actId="26606"/>
          <ac:spMkLst>
            <pc:docMk/>
            <pc:sldMk cId="4004141830" sldId="258"/>
            <ac:spMk id="4" creationId="{1B15ED52-F352-441B-82BF-E0EA34836D08}"/>
          </ac:spMkLst>
        </pc:spChg>
        <pc:spChg chg="add del">
          <ac:chgData name="Muhammad Hassan Bilal" userId="485d5a69-391f-4f1a-b4ee-a707f78cfc74" providerId="ADAL" clId="{265462A7-D877-417E-973E-98E6BFC5866E}" dt="2026-05-13T00:42:20.948" v="307" actId="26606"/>
          <ac:spMkLst>
            <pc:docMk/>
            <pc:sldMk cId="4004141830" sldId="258"/>
            <ac:spMk id="8" creationId="{2F3856E9-4239-4EE7-A372-FDCF4882FDF6}"/>
          </ac:spMkLst>
        </pc:spChg>
        <pc:spChg chg="add del">
          <ac:chgData name="Muhammad Hassan Bilal" userId="485d5a69-391f-4f1a-b4ee-a707f78cfc74" providerId="ADAL" clId="{265462A7-D877-417E-973E-98E6BFC5866E}" dt="2026-05-13T00:42:16.734" v="305" actId="26606"/>
          <ac:spMkLst>
            <pc:docMk/>
            <pc:sldMk cId="4004141830" sldId="258"/>
            <ac:spMk id="9" creationId="{3B2E3793-BFE6-45A2-9B7B-E18844431C99}"/>
          </ac:spMkLst>
        </pc:spChg>
        <pc:spChg chg="add del">
          <ac:chgData name="Muhammad Hassan Bilal" userId="485d5a69-391f-4f1a-b4ee-a707f78cfc74" providerId="ADAL" clId="{265462A7-D877-417E-973E-98E6BFC5866E}" dt="2026-05-13T00:42:20.948" v="307" actId="26606"/>
          <ac:spMkLst>
            <pc:docMk/>
            <pc:sldMk cId="4004141830" sldId="258"/>
            <ac:spMk id="10" creationId="{CCC9CDCF-90F8-42B0-BD0A-794C52688098}"/>
          </ac:spMkLst>
        </pc:spChg>
        <pc:spChg chg="add del">
          <ac:chgData name="Muhammad Hassan Bilal" userId="485d5a69-391f-4f1a-b4ee-a707f78cfc74" providerId="ADAL" clId="{265462A7-D877-417E-973E-98E6BFC5866E}" dt="2026-05-13T00:42:16.734" v="305" actId="26606"/>
          <ac:spMkLst>
            <pc:docMk/>
            <pc:sldMk cId="4004141830" sldId="258"/>
            <ac:spMk id="11" creationId="{BC4C4868-CB8F-4AF9-9CDB-8108F2C19B67}"/>
          </ac:spMkLst>
        </pc:spChg>
        <pc:spChg chg="add del">
          <ac:chgData name="Muhammad Hassan Bilal" userId="485d5a69-391f-4f1a-b4ee-a707f78cfc74" providerId="ADAL" clId="{265462A7-D877-417E-973E-98E6BFC5866E}" dt="2026-05-13T00:42:16.734" v="305" actId="26606"/>
          <ac:spMkLst>
            <pc:docMk/>
            <pc:sldMk cId="4004141830" sldId="258"/>
            <ac:spMk id="13" creationId="{375E0459-6403-40CD-989D-56A4407CA12E}"/>
          </ac:spMkLst>
        </pc:spChg>
        <pc:spChg chg="add del">
          <ac:chgData name="Muhammad Hassan Bilal" userId="485d5a69-391f-4f1a-b4ee-a707f78cfc74" providerId="ADAL" clId="{265462A7-D877-417E-973E-98E6BFC5866E}" dt="2026-05-13T00:44:26.328" v="351" actId="26606"/>
          <ac:spMkLst>
            <pc:docMk/>
            <pc:sldMk cId="4004141830" sldId="258"/>
            <ac:spMk id="14" creationId="{D5B0017B-2ECA-49AF-B397-DC140825DF8D}"/>
          </ac:spMkLst>
        </pc:spChg>
        <pc:spChg chg="add del">
          <ac:chgData name="Muhammad Hassan Bilal" userId="485d5a69-391f-4f1a-b4ee-a707f78cfc74" providerId="ADAL" clId="{265462A7-D877-417E-973E-98E6BFC5866E}" dt="2026-05-13T00:42:16.734" v="305" actId="26606"/>
          <ac:spMkLst>
            <pc:docMk/>
            <pc:sldMk cId="4004141830" sldId="258"/>
            <ac:spMk id="15" creationId="{53E5B1A8-3AC9-4BD1-9BBC-78CA94F2D1BA}"/>
          </ac:spMkLst>
        </pc:spChg>
        <pc:spChg chg="add del">
          <ac:chgData name="Muhammad Hassan Bilal" userId="485d5a69-391f-4f1a-b4ee-a707f78cfc74" providerId="ADAL" clId="{265462A7-D877-417E-973E-98E6BFC5866E}" dt="2026-05-13T00:43:20.375" v="331" actId="26606"/>
          <ac:spMkLst>
            <pc:docMk/>
            <pc:sldMk cId="4004141830" sldId="258"/>
            <ac:spMk id="17" creationId="{A09989E4-EFDC-4A90-A633-E0525FB4139E}"/>
          </ac:spMkLst>
        </pc:spChg>
        <pc:spChg chg="add del">
          <ac:chgData name="Muhammad Hassan Bilal" userId="485d5a69-391f-4f1a-b4ee-a707f78cfc74" providerId="ADAL" clId="{265462A7-D877-417E-973E-98E6BFC5866E}" dt="2026-05-13T00:44:16.336" v="347" actId="26606"/>
          <ac:spMkLst>
            <pc:docMk/>
            <pc:sldMk cId="4004141830" sldId="258"/>
            <ac:spMk id="19" creationId="{88853921-7BC9-4BDE-ACAB-133C683C82D6}"/>
          </ac:spMkLst>
        </pc:spChg>
        <pc:spChg chg="add del">
          <ac:chgData name="Muhammad Hassan Bilal" userId="485d5a69-391f-4f1a-b4ee-a707f78cfc74" providerId="ADAL" clId="{265462A7-D877-417E-973E-98E6BFC5866E}" dt="2026-05-13T00:44:16.336" v="347" actId="26606"/>
          <ac:spMkLst>
            <pc:docMk/>
            <pc:sldMk cId="4004141830" sldId="258"/>
            <ac:spMk id="21" creationId="{09192968-3AE7-4470-A61C-97294BB92731}"/>
          </ac:spMkLst>
        </pc:spChg>
        <pc:spChg chg="add del">
          <ac:chgData name="Muhammad Hassan Bilal" userId="485d5a69-391f-4f1a-b4ee-a707f78cfc74" providerId="ADAL" clId="{265462A7-D877-417E-973E-98E6BFC5866E}" dt="2026-05-13T00:42:31.788" v="309" actId="26606"/>
          <ac:spMkLst>
            <pc:docMk/>
            <pc:sldMk cId="4004141830" sldId="258"/>
            <ac:spMk id="22" creationId="{35DB3719-6FDC-4E5D-891D-FF40B7300F64}"/>
          </ac:spMkLst>
        </pc:spChg>
        <pc:spChg chg="add del">
          <ac:chgData name="Muhammad Hassan Bilal" userId="485d5a69-391f-4f1a-b4ee-a707f78cfc74" providerId="ADAL" clId="{265462A7-D877-417E-973E-98E6BFC5866E}" dt="2026-05-13T00:42:31.788" v="309" actId="26606"/>
          <ac:spMkLst>
            <pc:docMk/>
            <pc:sldMk cId="4004141830" sldId="258"/>
            <ac:spMk id="23" creationId="{E0CBAC23-2E3F-4A90-BA59-F8299F6A5439}"/>
          </ac:spMkLst>
        </pc:spChg>
        <pc:spChg chg="add del">
          <ac:chgData name="Muhammad Hassan Bilal" userId="485d5a69-391f-4f1a-b4ee-a707f78cfc74" providerId="ADAL" clId="{265462A7-D877-417E-973E-98E6BFC5866E}" dt="2026-05-13T00:42:34.662" v="311" actId="26606"/>
          <ac:spMkLst>
            <pc:docMk/>
            <pc:sldMk cId="4004141830" sldId="258"/>
            <ac:spMk id="26" creationId="{1B15ED52-F352-441B-82BF-E0EA34836D08}"/>
          </ac:spMkLst>
        </pc:spChg>
        <pc:spChg chg="add del">
          <ac:chgData name="Muhammad Hassan Bilal" userId="485d5a69-391f-4f1a-b4ee-a707f78cfc74" providerId="ADAL" clId="{265462A7-D877-417E-973E-98E6BFC5866E}" dt="2026-05-13T00:42:34.662" v="311" actId="26606"/>
          <ac:spMkLst>
            <pc:docMk/>
            <pc:sldMk cId="4004141830" sldId="258"/>
            <ac:spMk id="27" creationId="{3B2E3793-BFE6-45A2-9B7B-E18844431C99}"/>
          </ac:spMkLst>
        </pc:spChg>
        <pc:spChg chg="add del">
          <ac:chgData name="Muhammad Hassan Bilal" userId="485d5a69-391f-4f1a-b4ee-a707f78cfc74" providerId="ADAL" clId="{265462A7-D877-417E-973E-98E6BFC5866E}" dt="2026-05-13T00:42:34.662" v="311" actId="26606"/>
          <ac:spMkLst>
            <pc:docMk/>
            <pc:sldMk cId="4004141830" sldId="258"/>
            <ac:spMk id="28" creationId="{BC4C4868-CB8F-4AF9-9CDB-8108F2C19B67}"/>
          </ac:spMkLst>
        </pc:spChg>
        <pc:spChg chg="add del">
          <ac:chgData name="Muhammad Hassan Bilal" userId="485d5a69-391f-4f1a-b4ee-a707f78cfc74" providerId="ADAL" clId="{265462A7-D877-417E-973E-98E6BFC5866E}" dt="2026-05-13T00:42:34.662" v="311" actId="26606"/>
          <ac:spMkLst>
            <pc:docMk/>
            <pc:sldMk cId="4004141830" sldId="258"/>
            <ac:spMk id="29" creationId="{375E0459-6403-40CD-989D-56A4407CA12E}"/>
          </ac:spMkLst>
        </pc:spChg>
        <pc:spChg chg="add del">
          <ac:chgData name="Muhammad Hassan Bilal" userId="485d5a69-391f-4f1a-b4ee-a707f78cfc74" providerId="ADAL" clId="{265462A7-D877-417E-973E-98E6BFC5866E}" dt="2026-05-13T00:42:34.662" v="311" actId="26606"/>
          <ac:spMkLst>
            <pc:docMk/>
            <pc:sldMk cId="4004141830" sldId="258"/>
            <ac:spMk id="30" creationId="{53E5B1A8-3AC9-4BD1-9BBC-78CA94F2D1BA}"/>
          </ac:spMkLst>
        </pc:spChg>
        <pc:spChg chg="add del">
          <ac:chgData name="Muhammad Hassan Bilal" userId="485d5a69-391f-4f1a-b4ee-a707f78cfc74" providerId="ADAL" clId="{265462A7-D877-417E-973E-98E6BFC5866E}" dt="2026-05-13T00:42:34.662" v="311" actId="26606"/>
          <ac:spMkLst>
            <pc:docMk/>
            <pc:sldMk cId="4004141830" sldId="258"/>
            <ac:spMk id="31" creationId="{C3593D98-1942-E57B-C632-ACA730CAAA92}"/>
          </ac:spMkLst>
        </pc:spChg>
        <pc:spChg chg="add del">
          <ac:chgData name="Muhammad Hassan Bilal" userId="485d5a69-391f-4f1a-b4ee-a707f78cfc74" providerId="ADAL" clId="{265462A7-D877-417E-973E-98E6BFC5866E}" dt="2026-05-13T00:42:38.462" v="313" actId="26606"/>
          <ac:spMkLst>
            <pc:docMk/>
            <pc:sldMk cId="4004141830" sldId="258"/>
            <ac:spMk id="33" creationId="{35DB3719-6FDC-4E5D-891D-FF40B7300F64}"/>
          </ac:spMkLst>
        </pc:spChg>
        <pc:spChg chg="add del">
          <ac:chgData name="Muhammad Hassan Bilal" userId="485d5a69-391f-4f1a-b4ee-a707f78cfc74" providerId="ADAL" clId="{265462A7-D877-417E-973E-98E6BFC5866E}" dt="2026-05-13T00:42:38.462" v="313" actId="26606"/>
          <ac:spMkLst>
            <pc:docMk/>
            <pc:sldMk cId="4004141830" sldId="258"/>
            <ac:spMk id="34" creationId="{E0CBAC23-2E3F-4A90-BA59-F8299F6A5439}"/>
          </ac:spMkLst>
        </pc:spChg>
        <pc:spChg chg="add del">
          <ac:chgData name="Muhammad Hassan Bilal" userId="485d5a69-391f-4f1a-b4ee-a707f78cfc74" providerId="ADAL" clId="{265462A7-D877-417E-973E-98E6BFC5866E}" dt="2026-05-13T00:42:43.289" v="315" actId="26606"/>
          <ac:spMkLst>
            <pc:docMk/>
            <pc:sldMk cId="4004141830" sldId="258"/>
            <ac:spMk id="37" creationId="{2659FDB4-FCBE-4A89-B46D-43D4FA54464D}"/>
          </ac:spMkLst>
        </pc:spChg>
        <pc:spChg chg="add del">
          <ac:chgData name="Muhammad Hassan Bilal" userId="485d5a69-391f-4f1a-b4ee-a707f78cfc74" providerId="ADAL" clId="{265462A7-D877-417E-973E-98E6BFC5866E}" dt="2026-05-13T00:42:49.967" v="319" actId="26606"/>
          <ac:spMkLst>
            <pc:docMk/>
            <pc:sldMk cId="4004141830" sldId="258"/>
            <ac:spMk id="43" creationId="{081EA652-8C6A-4E69-BEB9-170809474553}"/>
          </ac:spMkLst>
        </pc:spChg>
        <pc:spChg chg="add del">
          <ac:chgData name="Muhammad Hassan Bilal" userId="485d5a69-391f-4f1a-b4ee-a707f78cfc74" providerId="ADAL" clId="{265462A7-D877-417E-973E-98E6BFC5866E}" dt="2026-05-13T00:42:49.967" v="319" actId="26606"/>
          <ac:spMkLst>
            <pc:docMk/>
            <pc:sldMk cId="4004141830" sldId="258"/>
            <ac:spMk id="44" creationId="{5298780A-33B9-4EA2-8F67-DE68AD62841B}"/>
          </ac:spMkLst>
        </pc:spChg>
        <pc:spChg chg="add del">
          <ac:chgData name="Muhammad Hassan Bilal" userId="485d5a69-391f-4f1a-b4ee-a707f78cfc74" providerId="ADAL" clId="{265462A7-D877-417E-973E-98E6BFC5866E}" dt="2026-05-13T00:42:49.967" v="319" actId="26606"/>
          <ac:spMkLst>
            <pc:docMk/>
            <pc:sldMk cId="4004141830" sldId="258"/>
            <ac:spMk id="45" creationId="{7F488E8B-4E1E-4402-8935-D4E6C02615C7}"/>
          </ac:spMkLst>
        </pc:spChg>
        <pc:spChg chg="add del">
          <ac:chgData name="Muhammad Hassan Bilal" userId="485d5a69-391f-4f1a-b4ee-a707f78cfc74" providerId="ADAL" clId="{265462A7-D877-417E-973E-98E6BFC5866E}" dt="2026-05-13T00:42:49.967" v="319" actId="26606"/>
          <ac:spMkLst>
            <pc:docMk/>
            <pc:sldMk cId="4004141830" sldId="258"/>
            <ac:spMk id="46" creationId="{C3593D98-1942-E57B-C632-ACA730CAAA92}"/>
          </ac:spMkLst>
        </pc:spChg>
        <pc:spChg chg="add del">
          <ac:chgData name="Muhammad Hassan Bilal" userId="485d5a69-391f-4f1a-b4ee-a707f78cfc74" providerId="ADAL" clId="{265462A7-D877-417E-973E-98E6BFC5866E}" dt="2026-05-13T00:42:53.865" v="321" actId="26606"/>
          <ac:spMkLst>
            <pc:docMk/>
            <pc:sldMk cId="4004141830" sldId="258"/>
            <ac:spMk id="48" creationId="{2F3856E9-4239-4EE7-A372-FDCF4882FDF6}"/>
          </ac:spMkLst>
        </pc:spChg>
        <pc:spChg chg="add del">
          <ac:chgData name="Muhammad Hassan Bilal" userId="485d5a69-391f-4f1a-b4ee-a707f78cfc74" providerId="ADAL" clId="{265462A7-D877-417E-973E-98E6BFC5866E}" dt="2026-05-13T00:42:53.865" v="321" actId="26606"/>
          <ac:spMkLst>
            <pc:docMk/>
            <pc:sldMk cId="4004141830" sldId="258"/>
            <ac:spMk id="49" creationId="{CCC9CDCF-90F8-42B0-BD0A-794C52688098}"/>
          </ac:spMkLst>
        </pc:spChg>
        <pc:spChg chg="add del">
          <ac:chgData name="Muhammad Hassan Bilal" userId="485d5a69-391f-4f1a-b4ee-a707f78cfc74" providerId="ADAL" clId="{265462A7-D877-417E-973E-98E6BFC5866E}" dt="2026-05-13T00:42:56.426" v="323" actId="26606"/>
          <ac:spMkLst>
            <pc:docMk/>
            <pc:sldMk cId="4004141830" sldId="258"/>
            <ac:spMk id="55" creationId="{EDDBB197-D710-4A4F-A9CA-FD2177498BE8}"/>
          </ac:spMkLst>
        </pc:spChg>
        <pc:spChg chg="add del">
          <ac:chgData name="Muhammad Hassan Bilal" userId="485d5a69-391f-4f1a-b4ee-a707f78cfc74" providerId="ADAL" clId="{265462A7-D877-417E-973E-98E6BFC5866E}" dt="2026-05-13T00:42:56.426" v="323" actId="26606"/>
          <ac:spMkLst>
            <pc:docMk/>
            <pc:sldMk cId="4004141830" sldId="258"/>
            <ac:spMk id="56" creationId="{975D1CFA-2CDB-4B64-BD9F-85744E8DA12F}"/>
          </ac:spMkLst>
        </pc:spChg>
        <pc:spChg chg="add del">
          <ac:chgData name="Muhammad Hassan Bilal" userId="485d5a69-391f-4f1a-b4ee-a707f78cfc74" providerId="ADAL" clId="{265462A7-D877-417E-973E-98E6BFC5866E}" dt="2026-05-13T00:42:56.426" v="323" actId="26606"/>
          <ac:spMkLst>
            <pc:docMk/>
            <pc:sldMk cId="4004141830" sldId="258"/>
            <ac:spMk id="57" creationId="{C3593D98-1942-E57B-C632-ACA730CAAA92}"/>
          </ac:spMkLst>
        </pc:spChg>
        <pc:spChg chg="add del">
          <ac:chgData name="Muhammad Hassan Bilal" userId="485d5a69-391f-4f1a-b4ee-a707f78cfc74" providerId="ADAL" clId="{265462A7-D877-417E-973E-98E6BFC5866E}" dt="2026-05-13T00:43:08.154" v="327" actId="26606"/>
          <ac:spMkLst>
            <pc:docMk/>
            <pc:sldMk cId="4004141830" sldId="258"/>
            <ac:spMk id="66" creationId="{C2554CA6-288E-4202-BC52-2E5A8F0C0AED}"/>
          </ac:spMkLst>
        </pc:spChg>
        <pc:spChg chg="add del">
          <ac:chgData name="Muhammad Hassan Bilal" userId="485d5a69-391f-4f1a-b4ee-a707f78cfc74" providerId="ADAL" clId="{265462A7-D877-417E-973E-98E6BFC5866E}" dt="2026-05-13T00:43:08.154" v="327" actId="26606"/>
          <ac:spMkLst>
            <pc:docMk/>
            <pc:sldMk cId="4004141830" sldId="258"/>
            <ac:spMk id="67" creationId="{B10BB131-AC8E-4A8E-A5D1-36260F720C3B}"/>
          </ac:spMkLst>
        </pc:spChg>
        <pc:spChg chg="add del">
          <ac:chgData name="Muhammad Hassan Bilal" userId="485d5a69-391f-4f1a-b4ee-a707f78cfc74" providerId="ADAL" clId="{265462A7-D877-417E-973E-98E6BFC5866E}" dt="2026-05-13T00:43:08.154" v="327" actId="26606"/>
          <ac:spMkLst>
            <pc:docMk/>
            <pc:sldMk cId="4004141830" sldId="258"/>
            <ac:spMk id="68" creationId="{5B7778FC-632E-4DCA-A7CB-0D7731CCF970}"/>
          </ac:spMkLst>
        </pc:spChg>
        <pc:spChg chg="add del">
          <ac:chgData name="Muhammad Hassan Bilal" userId="485d5a69-391f-4f1a-b4ee-a707f78cfc74" providerId="ADAL" clId="{265462A7-D877-417E-973E-98E6BFC5866E}" dt="2026-05-13T00:43:08.154" v="327" actId="26606"/>
          <ac:spMkLst>
            <pc:docMk/>
            <pc:sldMk cId="4004141830" sldId="258"/>
            <ac:spMk id="69" creationId="{FA23A907-97FB-4A8F-880A-DD77401C4296}"/>
          </ac:spMkLst>
        </pc:spChg>
        <pc:spChg chg="add del">
          <ac:chgData name="Muhammad Hassan Bilal" userId="485d5a69-391f-4f1a-b4ee-a707f78cfc74" providerId="ADAL" clId="{265462A7-D877-417E-973E-98E6BFC5866E}" dt="2026-05-13T00:43:08.154" v="327" actId="26606"/>
          <ac:spMkLst>
            <pc:docMk/>
            <pc:sldMk cId="4004141830" sldId="258"/>
            <ac:spMk id="70" creationId="{C3593D98-1942-E57B-C632-ACA730CAAA92}"/>
          </ac:spMkLst>
        </pc:spChg>
        <pc:spChg chg="add del">
          <ac:chgData name="Muhammad Hassan Bilal" userId="485d5a69-391f-4f1a-b4ee-a707f78cfc74" providerId="ADAL" clId="{265462A7-D877-417E-973E-98E6BFC5866E}" dt="2026-05-13T00:43:15.138" v="329" actId="26606"/>
          <ac:spMkLst>
            <pc:docMk/>
            <pc:sldMk cId="4004141830" sldId="258"/>
            <ac:spMk id="72" creationId="{081EA652-8C6A-4E69-BEB9-170809474553}"/>
          </ac:spMkLst>
        </pc:spChg>
        <pc:spChg chg="add del">
          <ac:chgData name="Muhammad Hassan Bilal" userId="485d5a69-391f-4f1a-b4ee-a707f78cfc74" providerId="ADAL" clId="{265462A7-D877-417E-973E-98E6BFC5866E}" dt="2026-05-13T00:43:15.138" v="329" actId="26606"/>
          <ac:spMkLst>
            <pc:docMk/>
            <pc:sldMk cId="4004141830" sldId="258"/>
            <ac:spMk id="73" creationId="{A4026A73-1F7F-49F2-B319-8CA3B3D53269}"/>
          </ac:spMkLst>
        </pc:spChg>
        <pc:spChg chg="add del">
          <ac:chgData name="Muhammad Hassan Bilal" userId="485d5a69-391f-4f1a-b4ee-a707f78cfc74" providerId="ADAL" clId="{265462A7-D877-417E-973E-98E6BFC5866E}" dt="2026-05-13T00:43:15.138" v="329" actId="26606"/>
          <ac:spMkLst>
            <pc:docMk/>
            <pc:sldMk cId="4004141830" sldId="258"/>
            <ac:spMk id="74" creationId="{5298780A-33B9-4EA2-8F67-DE68AD62841B}"/>
          </ac:spMkLst>
        </pc:spChg>
        <pc:spChg chg="add del">
          <ac:chgData name="Muhammad Hassan Bilal" userId="485d5a69-391f-4f1a-b4ee-a707f78cfc74" providerId="ADAL" clId="{265462A7-D877-417E-973E-98E6BFC5866E}" dt="2026-05-13T00:43:15.138" v="329" actId="26606"/>
          <ac:spMkLst>
            <pc:docMk/>
            <pc:sldMk cId="4004141830" sldId="258"/>
            <ac:spMk id="75" creationId="{7F488E8B-4E1E-4402-8935-D4E6C02615C7}"/>
          </ac:spMkLst>
        </pc:spChg>
        <pc:spChg chg="add del">
          <ac:chgData name="Muhammad Hassan Bilal" userId="485d5a69-391f-4f1a-b4ee-a707f78cfc74" providerId="ADAL" clId="{265462A7-D877-417E-973E-98E6BFC5866E}" dt="2026-05-13T00:43:15.138" v="329" actId="26606"/>
          <ac:spMkLst>
            <pc:docMk/>
            <pc:sldMk cId="4004141830" sldId="258"/>
            <ac:spMk id="77" creationId="{C3593D98-1942-E57B-C632-ACA730CAAA92}"/>
          </ac:spMkLst>
        </pc:spChg>
        <pc:spChg chg="add del">
          <ac:chgData name="Muhammad Hassan Bilal" userId="485d5a69-391f-4f1a-b4ee-a707f78cfc74" providerId="ADAL" clId="{265462A7-D877-417E-973E-98E6BFC5866E}" dt="2026-05-13T00:43:20.375" v="331" actId="26606"/>
          <ac:spMkLst>
            <pc:docMk/>
            <pc:sldMk cId="4004141830" sldId="258"/>
            <ac:spMk id="79" creationId="{DEE2AD96-B495-4E06-9291-B71706F728CB}"/>
          </ac:spMkLst>
        </pc:spChg>
        <pc:spChg chg="add del">
          <ac:chgData name="Muhammad Hassan Bilal" userId="485d5a69-391f-4f1a-b4ee-a707f78cfc74" providerId="ADAL" clId="{265462A7-D877-417E-973E-98E6BFC5866E}" dt="2026-05-13T00:43:20.375" v="331" actId="26606"/>
          <ac:spMkLst>
            <pc:docMk/>
            <pc:sldMk cId="4004141830" sldId="258"/>
            <ac:spMk id="80" creationId="{53CF6D67-C5A8-4ADD-9E8E-1E38CA1D3166}"/>
          </ac:spMkLst>
        </pc:spChg>
        <pc:spChg chg="add del">
          <ac:chgData name="Muhammad Hassan Bilal" userId="485d5a69-391f-4f1a-b4ee-a707f78cfc74" providerId="ADAL" clId="{265462A7-D877-417E-973E-98E6BFC5866E}" dt="2026-05-13T00:43:20.375" v="331" actId="26606"/>
          <ac:spMkLst>
            <pc:docMk/>
            <pc:sldMk cId="4004141830" sldId="258"/>
            <ac:spMk id="81" creationId="{86909FA0-B515-4681-B7A8-FA281D133B94}"/>
          </ac:spMkLst>
        </pc:spChg>
        <pc:spChg chg="add del">
          <ac:chgData name="Muhammad Hassan Bilal" userId="485d5a69-391f-4f1a-b4ee-a707f78cfc74" providerId="ADAL" clId="{265462A7-D877-417E-973E-98E6BFC5866E}" dt="2026-05-13T00:43:20.375" v="331" actId="26606"/>
          <ac:spMkLst>
            <pc:docMk/>
            <pc:sldMk cId="4004141830" sldId="258"/>
            <ac:spMk id="82" creationId="{21C9FE86-FCC3-4A31-AA1C-C882262B7FE7}"/>
          </ac:spMkLst>
        </pc:spChg>
        <pc:spChg chg="add del">
          <ac:chgData name="Muhammad Hassan Bilal" userId="485d5a69-391f-4f1a-b4ee-a707f78cfc74" providerId="ADAL" clId="{265462A7-D877-417E-973E-98E6BFC5866E}" dt="2026-05-13T00:43:20.375" v="331" actId="26606"/>
          <ac:spMkLst>
            <pc:docMk/>
            <pc:sldMk cId="4004141830" sldId="258"/>
            <ac:spMk id="83" creationId="{7D96243B-ECED-4B71-8E06-AE9A285EAD20}"/>
          </ac:spMkLst>
        </pc:spChg>
        <pc:spChg chg="add del">
          <ac:chgData name="Muhammad Hassan Bilal" userId="485d5a69-391f-4f1a-b4ee-a707f78cfc74" providerId="ADAL" clId="{265462A7-D877-417E-973E-98E6BFC5866E}" dt="2026-05-13T00:43:20.375" v="331" actId="26606"/>
          <ac:spMkLst>
            <pc:docMk/>
            <pc:sldMk cId="4004141830" sldId="258"/>
            <ac:spMk id="84" creationId="{C3593D98-1942-E57B-C632-ACA730CAAA92}"/>
          </ac:spMkLst>
        </pc:spChg>
        <pc:spChg chg="add del">
          <ac:chgData name="Muhammad Hassan Bilal" userId="485d5a69-391f-4f1a-b4ee-a707f78cfc74" providerId="ADAL" clId="{265462A7-D877-417E-973E-98E6BFC5866E}" dt="2026-05-13T00:43:29.891" v="333" actId="26606"/>
          <ac:spMkLst>
            <pc:docMk/>
            <pc:sldMk cId="4004141830" sldId="258"/>
            <ac:spMk id="86" creationId="{18873D23-2DCF-4B31-A009-95721C06E8E1}"/>
          </ac:spMkLst>
        </pc:spChg>
        <pc:spChg chg="add del">
          <ac:chgData name="Muhammad Hassan Bilal" userId="485d5a69-391f-4f1a-b4ee-a707f78cfc74" providerId="ADAL" clId="{265462A7-D877-417E-973E-98E6BFC5866E}" dt="2026-05-13T00:43:29.891" v="333" actId="26606"/>
          <ac:spMkLst>
            <pc:docMk/>
            <pc:sldMk cId="4004141830" sldId="258"/>
            <ac:spMk id="87" creationId="{C13EF075-D4EF-4929-ADBC-91B27DA19955}"/>
          </ac:spMkLst>
        </pc:spChg>
        <pc:spChg chg="add del">
          <ac:chgData name="Muhammad Hassan Bilal" userId="485d5a69-391f-4f1a-b4ee-a707f78cfc74" providerId="ADAL" clId="{265462A7-D877-417E-973E-98E6BFC5866E}" dt="2026-05-13T00:43:29.891" v="333" actId="26606"/>
          <ac:spMkLst>
            <pc:docMk/>
            <pc:sldMk cId="4004141830" sldId="258"/>
            <ac:spMk id="92" creationId="{C3593D98-1942-E57B-C632-ACA730CAAA92}"/>
          </ac:spMkLst>
        </pc:spChg>
        <pc:spChg chg="add del">
          <ac:chgData name="Muhammad Hassan Bilal" userId="485d5a69-391f-4f1a-b4ee-a707f78cfc74" providerId="ADAL" clId="{265462A7-D877-417E-973E-98E6BFC5866E}" dt="2026-05-13T00:43:36.056" v="335" actId="26606"/>
          <ac:spMkLst>
            <pc:docMk/>
            <pc:sldMk cId="4004141830" sldId="258"/>
            <ac:spMk id="94" creationId="{2659FDB4-FCBE-4A89-B46D-43D4FA54464D}"/>
          </ac:spMkLst>
        </pc:spChg>
        <pc:spChg chg="add del">
          <ac:chgData name="Muhammad Hassan Bilal" userId="485d5a69-391f-4f1a-b4ee-a707f78cfc74" providerId="ADAL" clId="{265462A7-D877-417E-973E-98E6BFC5866E}" dt="2026-05-13T00:43:51.848" v="337" actId="26606"/>
          <ac:spMkLst>
            <pc:docMk/>
            <pc:sldMk cId="4004141830" sldId="258"/>
            <ac:spMk id="98" creationId="{35DB3719-6FDC-4E5D-891D-FF40B7300F64}"/>
          </ac:spMkLst>
        </pc:spChg>
        <pc:spChg chg="add del">
          <ac:chgData name="Muhammad Hassan Bilal" userId="485d5a69-391f-4f1a-b4ee-a707f78cfc74" providerId="ADAL" clId="{265462A7-D877-417E-973E-98E6BFC5866E}" dt="2026-05-13T00:43:51.848" v="337" actId="26606"/>
          <ac:spMkLst>
            <pc:docMk/>
            <pc:sldMk cId="4004141830" sldId="258"/>
            <ac:spMk id="99" creationId="{E0CBAC23-2E3F-4A90-BA59-F8299F6A5439}"/>
          </ac:spMkLst>
        </pc:spChg>
        <pc:spChg chg="add del">
          <ac:chgData name="Muhammad Hassan Bilal" userId="485d5a69-391f-4f1a-b4ee-a707f78cfc74" providerId="ADAL" clId="{265462A7-D877-417E-973E-98E6BFC5866E}" dt="2026-05-13T00:43:58.599" v="339" actId="26606"/>
          <ac:spMkLst>
            <pc:docMk/>
            <pc:sldMk cId="4004141830" sldId="258"/>
            <ac:spMk id="102" creationId="{CB49665F-0298-4449-8D2D-209989CB9EE3}"/>
          </ac:spMkLst>
        </pc:spChg>
        <pc:spChg chg="add del">
          <ac:chgData name="Muhammad Hassan Bilal" userId="485d5a69-391f-4f1a-b4ee-a707f78cfc74" providerId="ADAL" clId="{265462A7-D877-417E-973E-98E6BFC5866E}" dt="2026-05-13T00:43:58.599" v="339" actId="26606"/>
          <ac:spMkLst>
            <pc:docMk/>
            <pc:sldMk cId="4004141830" sldId="258"/>
            <ac:spMk id="103" creationId="{A71EEC14-174A-46FA-B046-474750457130}"/>
          </ac:spMkLst>
        </pc:spChg>
        <pc:spChg chg="add del">
          <ac:chgData name="Muhammad Hassan Bilal" userId="485d5a69-391f-4f1a-b4ee-a707f78cfc74" providerId="ADAL" clId="{265462A7-D877-417E-973E-98E6BFC5866E}" dt="2026-05-13T00:43:59.171" v="341" actId="26606"/>
          <ac:spMkLst>
            <pc:docMk/>
            <pc:sldMk cId="4004141830" sldId="258"/>
            <ac:spMk id="112" creationId="{DEE2AD96-B495-4E06-9291-B71706F728CB}"/>
          </ac:spMkLst>
        </pc:spChg>
        <pc:spChg chg="add del">
          <ac:chgData name="Muhammad Hassan Bilal" userId="485d5a69-391f-4f1a-b4ee-a707f78cfc74" providerId="ADAL" clId="{265462A7-D877-417E-973E-98E6BFC5866E}" dt="2026-05-13T00:43:59.171" v="341" actId="26606"/>
          <ac:spMkLst>
            <pc:docMk/>
            <pc:sldMk cId="4004141830" sldId="258"/>
            <ac:spMk id="113" creationId="{53CF6D67-C5A8-4ADD-9E8E-1E38CA1D3166}"/>
          </ac:spMkLst>
        </pc:spChg>
        <pc:spChg chg="add del">
          <ac:chgData name="Muhammad Hassan Bilal" userId="485d5a69-391f-4f1a-b4ee-a707f78cfc74" providerId="ADAL" clId="{265462A7-D877-417E-973E-98E6BFC5866E}" dt="2026-05-13T00:43:59.171" v="341" actId="26606"/>
          <ac:spMkLst>
            <pc:docMk/>
            <pc:sldMk cId="4004141830" sldId="258"/>
            <ac:spMk id="114" creationId="{86909FA0-B515-4681-B7A8-FA281D133B94}"/>
          </ac:spMkLst>
        </pc:spChg>
        <pc:spChg chg="add del">
          <ac:chgData name="Muhammad Hassan Bilal" userId="485d5a69-391f-4f1a-b4ee-a707f78cfc74" providerId="ADAL" clId="{265462A7-D877-417E-973E-98E6BFC5866E}" dt="2026-05-13T00:43:59.171" v="341" actId="26606"/>
          <ac:spMkLst>
            <pc:docMk/>
            <pc:sldMk cId="4004141830" sldId="258"/>
            <ac:spMk id="115" creationId="{21C9FE86-FCC3-4A31-AA1C-C882262B7FE7}"/>
          </ac:spMkLst>
        </pc:spChg>
        <pc:spChg chg="add del">
          <ac:chgData name="Muhammad Hassan Bilal" userId="485d5a69-391f-4f1a-b4ee-a707f78cfc74" providerId="ADAL" clId="{265462A7-D877-417E-973E-98E6BFC5866E}" dt="2026-05-13T00:43:59.171" v="341" actId="26606"/>
          <ac:spMkLst>
            <pc:docMk/>
            <pc:sldMk cId="4004141830" sldId="258"/>
            <ac:spMk id="116" creationId="{7D96243B-ECED-4B71-8E06-AE9A285EAD20}"/>
          </ac:spMkLst>
        </pc:spChg>
        <pc:spChg chg="add del">
          <ac:chgData name="Muhammad Hassan Bilal" userId="485d5a69-391f-4f1a-b4ee-a707f78cfc74" providerId="ADAL" clId="{265462A7-D877-417E-973E-98E6BFC5866E}" dt="2026-05-13T00:43:59.171" v="341" actId="26606"/>
          <ac:spMkLst>
            <pc:docMk/>
            <pc:sldMk cId="4004141830" sldId="258"/>
            <ac:spMk id="117" creationId="{A09989E4-EFDC-4A90-A633-E0525FB4139E}"/>
          </ac:spMkLst>
        </pc:spChg>
        <pc:spChg chg="add del">
          <ac:chgData name="Muhammad Hassan Bilal" userId="485d5a69-391f-4f1a-b4ee-a707f78cfc74" providerId="ADAL" clId="{265462A7-D877-417E-973E-98E6BFC5866E}" dt="2026-05-13T00:43:59.171" v="341" actId="26606"/>
          <ac:spMkLst>
            <pc:docMk/>
            <pc:sldMk cId="4004141830" sldId="258"/>
            <ac:spMk id="118" creationId="{C3593D98-1942-E57B-C632-ACA730CAAA92}"/>
          </ac:spMkLst>
        </pc:spChg>
        <pc:spChg chg="add del">
          <ac:chgData name="Muhammad Hassan Bilal" userId="485d5a69-391f-4f1a-b4ee-a707f78cfc74" providerId="ADAL" clId="{265462A7-D877-417E-973E-98E6BFC5866E}" dt="2026-05-13T00:44:02.371" v="343" actId="26606"/>
          <ac:spMkLst>
            <pc:docMk/>
            <pc:sldMk cId="4004141830" sldId="258"/>
            <ac:spMk id="120" creationId="{C2554CA6-288E-4202-BC52-2E5A8F0C0AED}"/>
          </ac:spMkLst>
        </pc:spChg>
        <pc:spChg chg="add del">
          <ac:chgData name="Muhammad Hassan Bilal" userId="485d5a69-391f-4f1a-b4ee-a707f78cfc74" providerId="ADAL" clId="{265462A7-D877-417E-973E-98E6BFC5866E}" dt="2026-05-13T00:44:02.371" v="343" actId="26606"/>
          <ac:spMkLst>
            <pc:docMk/>
            <pc:sldMk cId="4004141830" sldId="258"/>
            <ac:spMk id="121" creationId="{B10BB131-AC8E-4A8E-A5D1-36260F720C3B}"/>
          </ac:spMkLst>
        </pc:spChg>
        <pc:spChg chg="add del">
          <ac:chgData name="Muhammad Hassan Bilal" userId="485d5a69-391f-4f1a-b4ee-a707f78cfc74" providerId="ADAL" clId="{265462A7-D877-417E-973E-98E6BFC5866E}" dt="2026-05-13T00:44:02.371" v="343" actId="26606"/>
          <ac:spMkLst>
            <pc:docMk/>
            <pc:sldMk cId="4004141830" sldId="258"/>
            <ac:spMk id="122" creationId="{5B7778FC-632E-4DCA-A7CB-0D7731CCF970}"/>
          </ac:spMkLst>
        </pc:spChg>
        <pc:spChg chg="add del">
          <ac:chgData name="Muhammad Hassan Bilal" userId="485d5a69-391f-4f1a-b4ee-a707f78cfc74" providerId="ADAL" clId="{265462A7-D877-417E-973E-98E6BFC5866E}" dt="2026-05-13T00:44:02.371" v="343" actId="26606"/>
          <ac:spMkLst>
            <pc:docMk/>
            <pc:sldMk cId="4004141830" sldId="258"/>
            <ac:spMk id="123" creationId="{FA23A907-97FB-4A8F-880A-DD77401C4296}"/>
          </ac:spMkLst>
        </pc:spChg>
        <pc:spChg chg="add del">
          <ac:chgData name="Muhammad Hassan Bilal" userId="485d5a69-391f-4f1a-b4ee-a707f78cfc74" providerId="ADAL" clId="{265462A7-D877-417E-973E-98E6BFC5866E}" dt="2026-05-13T00:44:02.371" v="343" actId="26606"/>
          <ac:spMkLst>
            <pc:docMk/>
            <pc:sldMk cId="4004141830" sldId="258"/>
            <ac:spMk id="124" creationId="{C3593D98-1942-E57B-C632-ACA730CAAA92}"/>
          </ac:spMkLst>
        </pc:spChg>
        <pc:spChg chg="add del">
          <ac:chgData name="Muhammad Hassan Bilal" userId="485d5a69-391f-4f1a-b4ee-a707f78cfc74" providerId="ADAL" clId="{265462A7-D877-417E-973E-98E6BFC5866E}" dt="2026-05-13T00:44:12.332" v="345" actId="26606"/>
          <ac:spMkLst>
            <pc:docMk/>
            <pc:sldMk cId="4004141830" sldId="258"/>
            <ac:spMk id="126" creationId="{CB299CAB-C506-454B-90FC-4065728297D3}"/>
          </ac:spMkLst>
        </pc:spChg>
        <pc:spChg chg="add del">
          <ac:chgData name="Muhammad Hassan Bilal" userId="485d5a69-391f-4f1a-b4ee-a707f78cfc74" providerId="ADAL" clId="{265462A7-D877-417E-973E-98E6BFC5866E}" dt="2026-05-13T00:44:12.332" v="345" actId="26606"/>
          <ac:spMkLst>
            <pc:docMk/>
            <pc:sldMk cId="4004141830" sldId="258"/>
            <ac:spMk id="127" creationId="{C8D99311-F254-40F1-8AB5-EE3E7B9B6872}"/>
          </ac:spMkLst>
        </pc:spChg>
        <pc:spChg chg="add del">
          <ac:chgData name="Muhammad Hassan Bilal" userId="485d5a69-391f-4f1a-b4ee-a707f78cfc74" providerId="ADAL" clId="{265462A7-D877-417E-973E-98E6BFC5866E}" dt="2026-05-13T00:44:12.332" v="345" actId="26606"/>
          <ac:spMkLst>
            <pc:docMk/>
            <pc:sldMk cId="4004141830" sldId="258"/>
            <ac:spMk id="128" creationId="{7D89E3CB-00ED-4691-9F0F-F23EA3564705}"/>
          </ac:spMkLst>
        </pc:spChg>
        <pc:spChg chg="add del">
          <ac:chgData name="Muhammad Hassan Bilal" userId="485d5a69-391f-4f1a-b4ee-a707f78cfc74" providerId="ADAL" clId="{265462A7-D877-417E-973E-98E6BFC5866E}" dt="2026-05-13T00:44:12.332" v="345" actId="26606"/>
          <ac:spMkLst>
            <pc:docMk/>
            <pc:sldMk cId="4004141830" sldId="258"/>
            <ac:spMk id="129" creationId="{C3593D98-1942-E57B-C632-ACA730CAAA92}"/>
          </ac:spMkLst>
        </pc:spChg>
        <pc:spChg chg="add del">
          <ac:chgData name="Muhammad Hassan Bilal" userId="485d5a69-391f-4f1a-b4ee-a707f78cfc74" providerId="ADAL" clId="{265462A7-D877-417E-973E-98E6BFC5866E}" dt="2026-05-13T00:44:16.336" v="347" actId="26606"/>
          <ac:spMkLst>
            <pc:docMk/>
            <pc:sldMk cId="4004141830" sldId="258"/>
            <ac:spMk id="131" creationId="{F837543A-6020-4505-A233-C9DB4BF74011}"/>
          </ac:spMkLst>
        </pc:spChg>
        <pc:spChg chg="add del">
          <ac:chgData name="Muhammad Hassan Bilal" userId="485d5a69-391f-4f1a-b4ee-a707f78cfc74" providerId="ADAL" clId="{265462A7-D877-417E-973E-98E6BFC5866E}" dt="2026-05-13T00:44:16.336" v="347" actId="26606"/>
          <ac:spMkLst>
            <pc:docMk/>
            <pc:sldMk cId="4004141830" sldId="258"/>
            <ac:spMk id="132" creationId="{35B16301-FB18-48BA-A6DD-C37CAF6F9A18}"/>
          </ac:spMkLst>
        </pc:spChg>
        <pc:spChg chg="add del">
          <ac:chgData name="Muhammad Hassan Bilal" userId="485d5a69-391f-4f1a-b4ee-a707f78cfc74" providerId="ADAL" clId="{265462A7-D877-417E-973E-98E6BFC5866E}" dt="2026-05-13T00:44:16.336" v="347" actId="26606"/>
          <ac:spMkLst>
            <pc:docMk/>
            <pc:sldMk cId="4004141830" sldId="258"/>
            <ac:spMk id="133" creationId="{C3593D98-1942-E57B-C632-ACA730CAAA92}"/>
          </ac:spMkLst>
        </pc:spChg>
        <pc:spChg chg="add del">
          <ac:chgData name="Muhammad Hassan Bilal" userId="485d5a69-391f-4f1a-b4ee-a707f78cfc74" providerId="ADAL" clId="{265462A7-D877-417E-973E-98E6BFC5866E}" dt="2026-05-13T00:44:16.336" v="347" actId="26606"/>
          <ac:spMkLst>
            <pc:docMk/>
            <pc:sldMk cId="4004141830" sldId="258"/>
            <ac:spMk id="134" creationId="{C3C0D90E-074A-4F52-9B11-B52BEF4BCBE5}"/>
          </ac:spMkLst>
        </pc:spChg>
        <pc:spChg chg="add del">
          <ac:chgData name="Muhammad Hassan Bilal" userId="485d5a69-391f-4f1a-b4ee-a707f78cfc74" providerId="ADAL" clId="{265462A7-D877-417E-973E-98E6BFC5866E}" dt="2026-05-13T00:44:16.336" v="347" actId="26606"/>
          <ac:spMkLst>
            <pc:docMk/>
            <pc:sldMk cId="4004141830" sldId="258"/>
            <ac:spMk id="135" creationId="{CABBD4C1-E6F8-46F6-8152-A8A97490BF4D}"/>
          </ac:spMkLst>
        </pc:spChg>
        <pc:spChg chg="add del">
          <ac:chgData name="Muhammad Hassan Bilal" userId="485d5a69-391f-4f1a-b4ee-a707f78cfc74" providerId="ADAL" clId="{265462A7-D877-417E-973E-98E6BFC5866E}" dt="2026-05-13T00:44:16.336" v="347" actId="26606"/>
          <ac:spMkLst>
            <pc:docMk/>
            <pc:sldMk cId="4004141830" sldId="258"/>
            <ac:spMk id="136" creationId="{83BA5EF5-1FE9-4BF9-83BB-269BCDDF6156}"/>
          </ac:spMkLst>
        </pc:spChg>
        <pc:spChg chg="add del">
          <ac:chgData name="Muhammad Hassan Bilal" userId="485d5a69-391f-4f1a-b4ee-a707f78cfc74" providerId="ADAL" clId="{265462A7-D877-417E-973E-98E6BFC5866E}" dt="2026-05-13T00:44:16.336" v="347" actId="26606"/>
          <ac:spMkLst>
            <pc:docMk/>
            <pc:sldMk cId="4004141830" sldId="258"/>
            <ac:spMk id="138" creationId="{3AB72E55-43E4-4356-BFE8-E2102CB0B505}"/>
          </ac:spMkLst>
        </pc:spChg>
        <pc:spChg chg="add del">
          <ac:chgData name="Muhammad Hassan Bilal" userId="485d5a69-391f-4f1a-b4ee-a707f78cfc74" providerId="ADAL" clId="{265462A7-D877-417E-973E-98E6BFC5866E}" dt="2026-05-13T00:44:22.041" v="349" actId="26606"/>
          <ac:spMkLst>
            <pc:docMk/>
            <pc:sldMk cId="4004141830" sldId="258"/>
            <ac:spMk id="140" creationId="{91A1FA41-E1D1-43CF-8B3B-5E6140890832}"/>
          </ac:spMkLst>
        </pc:spChg>
        <pc:spChg chg="add del">
          <ac:chgData name="Muhammad Hassan Bilal" userId="485d5a69-391f-4f1a-b4ee-a707f78cfc74" providerId="ADAL" clId="{265462A7-D877-417E-973E-98E6BFC5866E}" dt="2026-05-13T00:44:22.041" v="349" actId="26606"/>
          <ac:spMkLst>
            <pc:docMk/>
            <pc:sldMk cId="4004141830" sldId="258"/>
            <ac:spMk id="141" creationId="{FCC2D84B-6969-4F00-BEBA-81C2EBCD3299}"/>
          </ac:spMkLst>
        </pc:spChg>
        <pc:spChg chg="add del">
          <ac:chgData name="Muhammad Hassan Bilal" userId="485d5a69-391f-4f1a-b4ee-a707f78cfc74" providerId="ADAL" clId="{265462A7-D877-417E-973E-98E6BFC5866E}" dt="2026-05-13T00:44:22.041" v="349" actId="26606"/>
          <ac:spMkLst>
            <pc:docMk/>
            <pc:sldMk cId="4004141830" sldId="258"/>
            <ac:spMk id="142" creationId="{B0D282BE-4461-4794-89A5-394723CDF2F3}"/>
          </ac:spMkLst>
        </pc:spChg>
        <pc:spChg chg="add del">
          <ac:chgData name="Muhammad Hassan Bilal" userId="485d5a69-391f-4f1a-b4ee-a707f78cfc74" providerId="ADAL" clId="{265462A7-D877-417E-973E-98E6BFC5866E}" dt="2026-05-13T00:44:22.041" v="349" actId="26606"/>
          <ac:spMkLst>
            <pc:docMk/>
            <pc:sldMk cId="4004141830" sldId="258"/>
            <ac:spMk id="143" creationId="{C3593D98-1942-E57B-C632-ACA730CAAA92}"/>
          </ac:spMkLst>
        </pc:spChg>
        <pc:spChg chg="add del">
          <ac:chgData name="Muhammad Hassan Bilal" userId="485d5a69-391f-4f1a-b4ee-a707f78cfc74" providerId="ADAL" clId="{265462A7-D877-417E-973E-98E6BFC5866E}" dt="2026-05-13T00:44:26.328" v="351" actId="26606"/>
          <ac:spMkLst>
            <pc:docMk/>
            <pc:sldMk cId="4004141830" sldId="258"/>
            <ac:spMk id="145" creationId="{B6CDA21F-E7AF-4C75-8395-33F58D5B0E45}"/>
          </ac:spMkLst>
        </pc:spChg>
        <pc:spChg chg="add del">
          <ac:chgData name="Muhammad Hassan Bilal" userId="485d5a69-391f-4f1a-b4ee-a707f78cfc74" providerId="ADAL" clId="{265462A7-D877-417E-973E-98E6BFC5866E}" dt="2026-05-13T00:44:26.328" v="351" actId="26606"/>
          <ac:spMkLst>
            <pc:docMk/>
            <pc:sldMk cId="4004141830" sldId="258"/>
            <ac:spMk id="150" creationId="{C3593D98-1942-E57B-C632-ACA730CAAA92}"/>
          </ac:spMkLst>
        </pc:spChg>
        <pc:spChg chg="add del">
          <ac:chgData name="Muhammad Hassan Bilal" userId="485d5a69-391f-4f1a-b4ee-a707f78cfc74" providerId="ADAL" clId="{265462A7-D877-417E-973E-98E6BFC5866E}" dt="2026-05-13T00:44:30.604" v="353" actId="26606"/>
          <ac:spMkLst>
            <pc:docMk/>
            <pc:sldMk cId="4004141830" sldId="258"/>
            <ac:spMk id="153" creationId="{43C823D3-D619-407C-89E0-C6F6B1E7A42A}"/>
          </ac:spMkLst>
        </pc:spChg>
        <pc:spChg chg="add del">
          <ac:chgData name="Muhammad Hassan Bilal" userId="485d5a69-391f-4f1a-b4ee-a707f78cfc74" providerId="ADAL" clId="{265462A7-D877-417E-973E-98E6BFC5866E}" dt="2026-05-13T00:44:30.604" v="353" actId="26606"/>
          <ac:spMkLst>
            <pc:docMk/>
            <pc:sldMk cId="4004141830" sldId="258"/>
            <ac:spMk id="154" creationId="{047F8E3E-2FFA-4A0F-B3C7-E57ADDCFB415}"/>
          </ac:spMkLst>
        </pc:spChg>
        <pc:spChg chg="add del">
          <ac:chgData name="Muhammad Hassan Bilal" userId="485d5a69-391f-4f1a-b4ee-a707f78cfc74" providerId="ADAL" clId="{265462A7-D877-417E-973E-98E6BFC5866E}" dt="2026-05-13T00:44:30.604" v="353" actId="26606"/>
          <ac:spMkLst>
            <pc:docMk/>
            <pc:sldMk cId="4004141830" sldId="258"/>
            <ac:spMk id="160" creationId="{C3593D98-1942-E57B-C632-ACA730CAAA92}"/>
          </ac:spMkLst>
        </pc:spChg>
        <pc:spChg chg="add del">
          <ac:chgData name="Muhammad Hassan Bilal" userId="485d5a69-391f-4f1a-b4ee-a707f78cfc74" providerId="ADAL" clId="{265462A7-D877-417E-973E-98E6BFC5866E}" dt="2026-05-13T00:44:36.481" v="355" actId="26606"/>
          <ac:spMkLst>
            <pc:docMk/>
            <pc:sldMk cId="4004141830" sldId="258"/>
            <ac:spMk id="166" creationId="{18873D23-2DCF-4B31-A009-95721C06E8E1}"/>
          </ac:spMkLst>
        </pc:spChg>
        <pc:spChg chg="add del">
          <ac:chgData name="Muhammad Hassan Bilal" userId="485d5a69-391f-4f1a-b4ee-a707f78cfc74" providerId="ADAL" clId="{265462A7-D877-417E-973E-98E6BFC5866E}" dt="2026-05-13T00:44:36.481" v="355" actId="26606"/>
          <ac:spMkLst>
            <pc:docMk/>
            <pc:sldMk cId="4004141830" sldId="258"/>
            <ac:spMk id="167" creationId="{C13EF075-D4EF-4929-ADBC-91B27DA19955}"/>
          </ac:spMkLst>
        </pc:spChg>
        <pc:spChg chg="add del">
          <ac:chgData name="Muhammad Hassan Bilal" userId="485d5a69-391f-4f1a-b4ee-a707f78cfc74" providerId="ADAL" clId="{265462A7-D877-417E-973E-98E6BFC5866E}" dt="2026-05-13T00:44:36.481" v="355" actId="26606"/>
          <ac:spMkLst>
            <pc:docMk/>
            <pc:sldMk cId="4004141830" sldId="258"/>
            <ac:spMk id="173" creationId="{C3593D98-1942-E57B-C632-ACA730CAAA92}"/>
          </ac:spMkLst>
        </pc:spChg>
        <pc:spChg chg="add del">
          <ac:chgData name="Muhammad Hassan Bilal" userId="485d5a69-391f-4f1a-b4ee-a707f78cfc74" providerId="ADAL" clId="{265462A7-D877-417E-973E-98E6BFC5866E}" dt="2026-05-13T00:45:44.420" v="379" actId="26606"/>
          <ac:spMkLst>
            <pc:docMk/>
            <pc:sldMk cId="4004141830" sldId="258"/>
            <ac:spMk id="175" creationId="{2659FDB4-FCBE-4A89-B46D-43D4FA54464D}"/>
          </ac:spMkLst>
        </pc:spChg>
        <pc:spChg chg="add del">
          <ac:chgData name="Muhammad Hassan Bilal" userId="485d5a69-391f-4f1a-b4ee-a707f78cfc74" providerId="ADAL" clId="{265462A7-D877-417E-973E-98E6BFC5866E}" dt="2026-05-13T00:44:55.536" v="358" actId="26606"/>
          <ac:spMkLst>
            <pc:docMk/>
            <pc:sldMk cId="4004141830" sldId="258"/>
            <ac:spMk id="182" creationId="{BACC6370-2D7E-4714-9D71-7542949D7D5D}"/>
          </ac:spMkLst>
        </pc:spChg>
        <pc:spChg chg="add del">
          <ac:chgData name="Muhammad Hassan Bilal" userId="485d5a69-391f-4f1a-b4ee-a707f78cfc74" providerId="ADAL" clId="{265462A7-D877-417E-973E-98E6BFC5866E}" dt="2026-05-13T00:45:16.043" v="366" actId="26606"/>
          <ac:spMkLst>
            <pc:docMk/>
            <pc:sldMk cId="4004141830" sldId="258"/>
            <ac:spMk id="183" creationId="{B50AB553-2A96-4A92-96F2-93548E096954}"/>
          </ac:spMkLst>
        </pc:spChg>
        <pc:spChg chg="add del">
          <ac:chgData name="Muhammad Hassan Bilal" userId="485d5a69-391f-4f1a-b4ee-a707f78cfc74" providerId="ADAL" clId="{265462A7-D877-417E-973E-98E6BFC5866E}" dt="2026-05-13T00:44:55.536" v="358" actId="26606"/>
          <ac:spMkLst>
            <pc:docMk/>
            <pc:sldMk cId="4004141830" sldId="258"/>
            <ac:spMk id="184" creationId="{256B2C21-A230-48C0-8DF1-C46611373C44}"/>
          </ac:spMkLst>
        </pc:spChg>
        <pc:spChg chg="add del">
          <ac:chgData name="Muhammad Hassan Bilal" userId="485d5a69-391f-4f1a-b4ee-a707f78cfc74" providerId="ADAL" clId="{265462A7-D877-417E-973E-98E6BFC5866E}" dt="2026-05-13T00:45:19.112" v="368" actId="26606"/>
          <ac:spMkLst>
            <pc:docMk/>
            <pc:sldMk cId="4004141830" sldId="258"/>
            <ac:spMk id="185" creationId="{6C4028FD-8BAA-4A19-BFDE-594D991B7552}"/>
          </ac:spMkLst>
        </pc:spChg>
        <pc:spChg chg="add del">
          <ac:chgData name="Muhammad Hassan Bilal" userId="485d5a69-391f-4f1a-b4ee-a707f78cfc74" providerId="ADAL" clId="{265462A7-D877-417E-973E-98E6BFC5866E}" dt="2026-05-13T00:44:55.536" v="358" actId="26606"/>
          <ac:spMkLst>
            <pc:docMk/>
            <pc:sldMk cId="4004141830" sldId="258"/>
            <ac:spMk id="186" creationId="{3847E18C-932D-4C95-AABA-FEC7C9499AD7}"/>
          </ac:spMkLst>
        </pc:spChg>
        <pc:spChg chg="add del">
          <ac:chgData name="Muhammad Hassan Bilal" userId="485d5a69-391f-4f1a-b4ee-a707f78cfc74" providerId="ADAL" clId="{265462A7-D877-417E-973E-98E6BFC5866E}" dt="2026-05-13T00:45:21.763" v="370" actId="26606"/>
          <ac:spMkLst>
            <pc:docMk/>
            <pc:sldMk cId="4004141830" sldId="258"/>
            <ac:spMk id="187" creationId="{7517A47C-B2E5-4B79-8061-D74B1311AF6E}"/>
          </ac:spMkLst>
        </pc:spChg>
        <pc:spChg chg="add del">
          <ac:chgData name="Muhammad Hassan Bilal" userId="485d5a69-391f-4f1a-b4ee-a707f78cfc74" providerId="ADAL" clId="{265462A7-D877-417E-973E-98E6BFC5866E}" dt="2026-05-13T00:44:55.536" v="358" actId="26606"/>
          <ac:spMkLst>
            <pc:docMk/>
            <pc:sldMk cId="4004141830" sldId="258"/>
            <ac:spMk id="188" creationId="{3150CB11-0C61-439E-910F-5787759E72A0}"/>
          </ac:spMkLst>
        </pc:spChg>
        <pc:spChg chg="add del">
          <ac:chgData name="Muhammad Hassan Bilal" userId="485d5a69-391f-4f1a-b4ee-a707f78cfc74" providerId="ADAL" clId="{265462A7-D877-417E-973E-98E6BFC5866E}" dt="2026-05-13T00:45:21.763" v="370" actId="26606"/>
          <ac:spMkLst>
            <pc:docMk/>
            <pc:sldMk cId="4004141830" sldId="258"/>
            <ac:spMk id="189" creationId="{C505E780-2083-4CB5-A42A-5E0E2908ECC3}"/>
          </ac:spMkLst>
        </pc:spChg>
        <pc:spChg chg="add del">
          <ac:chgData name="Muhammad Hassan Bilal" userId="485d5a69-391f-4f1a-b4ee-a707f78cfc74" providerId="ADAL" clId="{265462A7-D877-417E-973E-98E6BFC5866E}" dt="2026-05-13T00:44:55.536" v="358" actId="26606"/>
          <ac:spMkLst>
            <pc:docMk/>
            <pc:sldMk cId="4004141830" sldId="258"/>
            <ac:spMk id="190" creationId="{43F8A58B-5155-44CE-A5FF-7647B47D0A7A}"/>
          </ac:spMkLst>
        </pc:spChg>
        <pc:spChg chg="add del">
          <ac:chgData name="Muhammad Hassan Bilal" userId="485d5a69-391f-4f1a-b4ee-a707f78cfc74" providerId="ADAL" clId="{265462A7-D877-417E-973E-98E6BFC5866E}" dt="2026-05-13T00:45:21.763" v="370" actId="26606"/>
          <ac:spMkLst>
            <pc:docMk/>
            <pc:sldMk cId="4004141830" sldId="258"/>
            <ac:spMk id="191" creationId="{D2C0AE1C-0118-41AE-8A10-7CDCBF10E96F}"/>
          </ac:spMkLst>
        </pc:spChg>
        <pc:spChg chg="add del">
          <ac:chgData name="Muhammad Hassan Bilal" userId="485d5a69-391f-4f1a-b4ee-a707f78cfc74" providerId="ADAL" clId="{265462A7-D877-417E-973E-98E6BFC5866E}" dt="2026-05-13T00:44:55.536" v="358" actId="26606"/>
          <ac:spMkLst>
            <pc:docMk/>
            <pc:sldMk cId="4004141830" sldId="258"/>
            <ac:spMk id="192" creationId="{443F2ACA-E6D6-4028-82DD-F03C262D5DE6}"/>
          </ac:spMkLst>
        </pc:spChg>
        <pc:spChg chg="add del">
          <ac:chgData name="Muhammad Hassan Bilal" userId="485d5a69-391f-4f1a-b4ee-a707f78cfc74" providerId="ADAL" clId="{265462A7-D877-417E-973E-98E6BFC5866E}" dt="2026-05-13T00:45:21.763" v="370" actId="26606"/>
          <ac:spMkLst>
            <pc:docMk/>
            <pc:sldMk cId="4004141830" sldId="258"/>
            <ac:spMk id="193" creationId="{463EEC44-1BA3-44ED-81FC-A644B04B2A44}"/>
          </ac:spMkLst>
        </pc:spChg>
        <pc:spChg chg="add del">
          <ac:chgData name="Muhammad Hassan Bilal" userId="485d5a69-391f-4f1a-b4ee-a707f78cfc74" providerId="ADAL" clId="{265462A7-D877-417E-973E-98E6BFC5866E}" dt="2026-05-13T00:45:03.629" v="360" actId="26606"/>
          <ac:spMkLst>
            <pc:docMk/>
            <pc:sldMk cId="4004141830" sldId="258"/>
            <ac:spMk id="194" creationId="{738F59A4-4431-460D-8E49-6E65C189A566}"/>
          </ac:spMkLst>
        </pc:spChg>
        <pc:spChg chg="add del">
          <ac:chgData name="Muhammad Hassan Bilal" userId="485d5a69-391f-4f1a-b4ee-a707f78cfc74" providerId="ADAL" clId="{265462A7-D877-417E-973E-98E6BFC5866E}" dt="2026-05-13T00:45:35.057" v="372" actId="26606"/>
          <ac:spMkLst>
            <pc:docMk/>
            <pc:sldMk cId="4004141830" sldId="258"/>
            <ac:spMk id="196" creationId="{955A2079-FA98-4876-80F0-72364A7D2EA4}"/>
          </ac:spMkLst>
        </pc:spChg>
        <pc:spChg chg="add del">
          <ac:chgData name="Muhammad Hassan Bilal" userId="485d5a69-391f-4f1a-b4ee-a707f78cfc74" providerId="ADAL" clId="{265462A7-D877-417E-973E-98E6BFC5866E}" dt="2026-05-13T00:45:04.343" v="362" actId="26606"/>
          <ac:spMkLst>
            <pc:docMk/>
            <pc:sldMk cId="4004141830" sldId="258"/>
            <ac:spMk id="198" creationId="{2659FDB4-FCBE-4A89-B46D-43D4FA54464D}"/>
          </ac:spMkLst>
        </pc:spChg>
        <pc:spChg chg="add del">
          <ac:chgData name="Muhammad Hassan Bilal" userId="485d5a69-391f-4f1a-b4ee-a707f78cfc74" providerId="ADAL" clId="{265462A7-D877-417E-973E-98E6BFC5866E}" dt="2026-05-13T00:45:38.159" v="374" actId="26606"/>
          <ac:spMkLst>
            <pc:docMk/>
            <pc:sldMk cId="4004141830" sldId="258"/>
            <ac:spMk id="200" creationId="{5628E5CB-913B-4378-97CE-18C9F6410C53}"/>
          </ac:spMkLst>
        </pc:spChg>
        <pc:spChg chg="add del">
          <ac:chgData name="Muhammad Hassan Bilal" userId="485d5a69-391f-4f1a-b4ee-a707f78cfc74" providerId="ADAL" clId="{265462A7-D877-417E-973E-98E6BFC5866E}" dt="2026-05-13T00:45:10.678" v="364" actId="26606"/>
          <ac:spMkLst>
            <pc:docMk/>
            <pc:sldMk cId="4004141830" sldId="258"/>
            <ac:spMk id="201" creationId="{2659FDB4-FCBE-4A89-B46D-43D4FA54464D}"/>
          </ac:spMkLst>
        </pc:spChg>
        <pc:spChg chg="add del">
          <ac:chgData name="Muhammad Hassan Bilal" userId="485d5a69-391f-4f1a-b4ee-a707f78cfc74" providerId="ADAL" clId="{265462A7-D877-417E-973E-98E6BFC5866E}" dt="2026-05-13T00:45:43.018" v="376" actId="26606"/>
          <ac:spMkLst>
            <pc:docMk/>
            <pc:sldMk cId="4004141830" sldId="258"/>
            <ac:spMk id="203" creationId="{C7CCC60B-4D42-4FE4-BCB2-A713F52D08DA}"/>
          </ac:spMkLst>
        </pc:spChg>
        <pc:spChg chg="add del">
          <ac:chgData name="Muhammad Hassan Bilal" userId="485d5a69-391f-4f1a-b4ee-a707f78cfc74" providerId="ADAL" clId="{265462A7-D877-417E-973E-98E6BFC5866E}" dt="2026-05-13T00:45:44.071" v="378" actId="26606"/>
          <ac:spMkLst>
            <pc:docMk/>
            <pc:sldMk cId="4004141830" sldId="258"/>
            <ac:spMk id="205" creationId="{5628E5CB-913B-4378-97CE-18C9F6410C53}"/>
          </ac:spMkLst>
        </pc:spChg>
        <pc:spChg chg="add">
          <ac:chgData name="Muhammad Hassan Bilal" userId="485d5a69-391f-4f1a-b4ee-a707f78cfc74" providerId="ADAL" clId="{265462A7-D877-417E-973E-98E6BFC5866E}" dt="2026-05-13T00:45:44.420" v="379" actId="26606"/>
          <ac:spMkLst>
            <pc:docMk/>
            <pc:sldMk cId="4004141830" sldId="258"/>
            <ac:spMk id="207" creationId="{C7CCC60B-4D42-4FE4-BCB2-A713F52D08DA}"/>
          </ac:spMkLst>
        </pc:spChg>
        <pc:grpChg chg="add del">
          <ac:chgData name="Muhammad Hassan Bilal" userId="485d5a69-391f-4f1a-b4ee-a707f78cfc74" providerId="ADAL" clId="{265462A7-D877-417E-973E-98E6BFC5866E}" dt="2026-05-13T00:42:20.948" v="307" actId="26606"/>
          <ac:grpSpMkLst>
            <pc:docMk/>
            <pc:sldMk cId="4004141830" sldId="258"/>
            <ac:grpSpMk id="12" creationId="{C07D05FE-3FB8-4314-A050-9AB40814D714}"/>
          </ac:grpSpMkLst>
        </pc:grpChg>
        <pc:grpChg chg="add del">
          <ac:chgData name="Muhammad Hassan Bilal" userId="485d5a69-391f-4f1a-b4ee-a707f78cfc74" providerId="ADAL" clId="{265462A7-D877-417E-973E-98E6BFC5866E}" dt="2026-05-13T00:43:58.599" v="339" actId="26606"/>
          <ac:grpSpMkLst>
            <pc:docMk/>
            <pc:sldMk cId="4004141830" sldId="258"/>
            <ac:grpSpMk id="16" creationId="{43F5E015-E085-4624-B431-B42414448684}"/>
          </ac:grpSpMkLst>
        </pc:grpChg>
        <pc:grpChg chg="add del">
          <ac:chgData name="Muhammad Hassan Bilal" userId="485d5a69-391f-4f1a-b4ee-a707f78cfc74" providerId="ADAL" clId="{265462A7-D877-417E-973E-98E6BFC5866E}" dt="2026-05-13T00:42:53.865" v="321" actId="26606"/>
          <ac:grpSpMkLst>
            <pc:docMk/>
            <pc:sldMk cId="4004141830" sldId="258"/>
            <ac:grpSpMk id="50" creationId="{C07D05FE-3FB8-4314-A050-9AB40814D714}"/>
          </ac:grpSpMkLst>
        </pc:grpChg>
        <pc:grpChg chg="add del">
          <ac:chgData name="Muhammad Hassan Bilal" userId="485d5a69-391f-4f1a-b4ee-a707f78cfc74" providerId="ADAL" clId="{265462A7-D877-417E-973E-98E6BFC5866E}" dt="2026-05-13T00:42:56.426" v="323" actId="26606"/>
          <ac:grpSpMkLst>
            <pc:docMk/>
            <pc:sldMk cId="4004141830" sldId="258"/>
            <ac:grpSpMk id="58" creationId="{25EE5136-01F1-466C-962D-BA9B4C6757AA}"/>
          </ac:grpSpMkLst>
        </pc:grpChg>
        <pc:grpChg chg="add del">
          <ac:chgData name="Muhammad Hassan Bilal" userId="485d5a69-391f-4f1a-b4ee-a707f78cfc74" providerId="ADAL" clId="{265462A7-D877-417E-973E-98E6BFC5866E}" dt="2026-05-13T00:43:29.891" v="333" actId="26606"/>
          <ac:grpSpMkLst>
            <pc:docMk/>
            <pc:sldMk cId="4004141830" sldId="258"/>
            <ac:grpSpMk id="88" creationId="{DAA26DFA-AAB2-4973-9C17-16D587C7B198}"/>
          </ac:grpSpMkLst>
        </pc:grpChg>
        <pc:grpChg chg="add del">
          <ac:chgData name="Muhammad Hassan Bilal" userId="485d5a69-391f-4f1a-b4ee-a707f78cfc74" providerId="ADAL" clId="{265462A7-D877-417E-973E-98E6BFC5866E}" dt="2026-05-13T00:43:58.599" v="339" actId="26606"/>
          <ac:grpSpMkLst>
            <pc:docMk/>
            <pc:sldMk cId="4004141830" sldId="258"/>
            <ac:grpSpMk id="104" creationId="{EEB6CB95-E653-4C6C-AE51-62FD848E8D5B}"/>
          </ac:grpSpMkLst>
        </pc:grpChg>
        <pc:grpChg chg="add del">
          <ac:chgData name="Muhammad Hassan Bilal" userId="485d5a69-391f-4f1a-b4ee-a707f78cfc74" providerId="ADAL" clId="{265462A7-D877-417E-973E-98E6BFC5866E}" dt="2026-05-13T00:44:26.328" v="351" actId="26606"/>
          <ac:grpSpMkLst>
            <pc:docMk/>
            <pc:sldMk cId="4004141830" sldId="258"/>
            <ac:grpSpMk id="146" creationId="{AE1C45F0-260A-458C-96ED-C1F6D2151219}"/>
          </ac:grpSpMkLst>
        </pc:grpChg>
        <pc:grpChg chg="add del">
          <ac:chgData name="Muhammad Hassan Bilal" userId="485d5a69-391f-4f1a-b4ee-a707f78cfc74" providerId="ADAL" clId="{265462A7-D877-417E-973E-98E6BFC5866E}" dt="2026-05-13T00:44:30.604" v="353" actId="26606"/>
          <ac:grpSpMkLst>
            <pc:docMk/>
            <pc:sldMk cId="4004141830" sldId="258"/>
            <ac:grpSpMk id="155" creationId="{33D939F1-7ABE-4D0E-946A-43F37F556AFD}"/>
          </ac:grpSpMkLst>
        </pc:grpChg>
        <pc:grpChg chg="add del">
          <ac:chgData name="Muhammad Hassan Bilal" userId="485d5a69-391f-4f1a-b4ee-a707f78cfc74" providerId="ADAL" clId="{265462A7-D877-417E-973E-98E6BFC5866E}" dt="2026-05-13T00:44:30.604" v="353" actId="26606"/>
          <ac:grpSpMkLst>
            <pc:docMk/>
            <pc:sldMk cId="4004141830" sldId="258"/>
            <ac:grpSpMk id="161" creationId="{9DB3963A-4187-4A72-9DA4-CA6BADE22931}"/>
          </ac:grpSpMkLst>
        </pc:grpChg>
        <pc:grpChg chg="add del">
          <ac:chgData name="Muhammad Hassan Bilal" userId="485d5a69-391f-4f1a-b4ee-a707f78cfc74" providerId="ADAL" clId="{265462A7-D877-417E-973E-98E6BFC5866E}" dt="2026-05-13T00:44:36.481" v="355" actId="26606"/>
          <ac:grpSpMkLst>
            <pc:docMk/>
            <pc:sldMk cId="4004141830" sldId="258"/>
            <ac:grpSpMk id="168" creationId="{DAA26DFA-AAB2-4973-9C17-16D587C7B198}"/>
          </ac:grpSpMkLst>
        </pc:grpChg>
        <pc:grpChg chg="add del">
          <ac:chgData name="Muhammad Hassan Bilal" userId="485d5a69-391f-4f1a-b4ee-a707f78cfc74" providerId="ADAL" clId="{265462A7-D877-417E-973E-98E6BFC5866E}" dt="2026-05-13T00:45:03.629" v="360" actId="26606"/>
          <ac:grpSpMkLst>
            <pc:docMk/>
            <pc:sldMk cId="4004141830" sldId="258"/>
            <ac:grpSpMk id="195" creationId="{8A919B9C-5C01-47E4-B2F2-45F589208ABF}"/>
          </ac:grpSpMkLst>
        </pc:grpChg>
        <pc:graphicFrameChg chg="add del">
          <ac:chgData name="Muhammad Hassan Bilal" userId="485d5a69-391f-4f1a-b4ee-a707f78cfc74" providerId="ADAL" clId="{265462A7-D877-417E-973E-98E6BFC5866E}" dt="2026-05-13T00:42:20.948" v="307" actId="26606"/>
          <ac:graphicFrameMkLst>
            <pc:docMk/>
            <pc:sldMk cId="4004141830" sldId="258"/>
            <ac:graphicFrameMk id="20" creationId="{CD5ED50D-EADF-C238-E99F-E605AA8234BD}"/>
          </ac:graphicFrameMkLst>
        </pc:graphicFrameChg>
        <pc:graphicFrameChg chg="add del">
          <ac:chgData name="Muhammad Hassan Bilal" userId="485d5a69-391f-4f1a-b4ee-a707f78cfc74" providerId="ADAL" clId="{265462A7-D877-417E-973E-98E6BFC5866E}" dt="2026-05-13T00:42:31.788" v="309" actId="26606"/>
          <ac:graphicFrameMkLst>
            <pc:docMk/>
            <pc:sldMk cId="4004141830" sldId="258"/>
            <ac:graphicFrameMk id="24" creationId="{85393794-E2E1-48D2-1EC5-067AFB788017}"/>
          </ac:graphicFrameMkLst>
        </pc:graphicFrameChg>
        <pc:graphicFrameChg chg="add del">
          <ac:chgData name="Muhammad Hassan Bilal" userId="485d5a69-391f-4f1a-b4ee-a707f78cfc74" providerId="ADAL" clId="{265462A7-D877-417E-973E-98E6BFC5866E}" dt="2026-05-13T00:42:38.462" v="313" actId="26606"/>
          <ac:graphicFrameMkLst>
            <pc:docMk/>
            <pc:sldMk cId="4004141830" sldId="258"/>
            <ac:graphicFrameMk id="35" creationId="{85393794-E2E1-48D2-1EC5-067AFB788017}"/>
          </ac:graphicFrameMkLst>
        </pc:graphicFrameChg>
        <pc:graphicFrameChg chg="add del">
          <ac:chgData name="Muhammad Hassan Bilal" userId="485d5a69-391f-4f1a-b4ee-a707f78cfc74" providerId="ADAL" clId="{265462A7-D877-417E-973E-98E6BFC5866E}" dt="2026-05-13T00:42:43.289" v="315" actId="26606"/>
          <ac:graphicFrameMkLst>
            <pc:docMk/>
            <pc:sldMk cId="4004141830" sldId="258"/>
            <ac:graphicFrameMk id="39" creationId="{30F51AB6-FB80-0A35-C78E-C4DF47F659BB}"/>
          </ac:graphicFrameMkLst>
        </pc:graphicFrameChg>
        <pc:graphicFrameChg chg="add del">
          <ac:chgData name="Muhammad Hassan Bilal" userId="485d5a69-391f-4f1a-b4ee-a707f78cfc74" providerId="ADAL" clId="{265462A7-D877-417E-973E-98E6BFC5866E}" dt="2026-05-13T00:42:48.024" v="317" actId="26606"/>
          <ac:graphicFrameMkLst>
            <pc:docMk/>
            <pc:sldMk cId="4004141830" sldId="258"/>
            <ac:graphicFrameMk id="41" creationId="{05A7F298-9CC1-4106-C1BF-4C190E4C985F}"/>
          </ac:graphicFrameMkLst>
        </pc:graphicFrameChg>
        <pc:graphicFrameChg chg="add del">
          <ac:chgData name="Muhammad Hassan Bilal" userId="485d5a69-391f-4f1a-b4ee-a707f78cfc74" providerId="ADAL" clId="{265462A7-D877-417E-973E-98E6BFC5866E}" dt="2026-05-13T00:42:53.865" v="321" actId="26606"/>
          <ac:graphicFrameMkLst>
            <pc:docMk/>
            <pc:sldMk cId="4004141830" sldId="258"/>
            <ac:graphicFrameMk id="53" creationId="{241C42D9-782F-F603-31BA-C9111EB5451C}"/>
          </ac:graphicFrameMkLst>
        </pc:graphicFrameChg>
        <pc:graphicFrameChg chg="add del">
          <ac:chgData name="Muhammad Hassan Bilal" userId="485d5a69-391f-4f1a-b4ee-a707f78cfc74" providerId="ADAL" clId="{265462A7-D877-417E-973E-98E6BFC5866E}" dt="2026-05-13T00:43:04.759" v="325" actId="26606"/>
          <ac:graphicFrameMkLst>
            <pc:docMk/>
            <pc:sldMk cId="4004141830" sldId="258"/>
            <ac:graphicFrameMk id="64" creationId="{865F8A03-7069-B369-112D-DF160281B550}"/>
          </ac:graphicFrameMkLst>
        </pc:graphicFrameChg>
        <pc:graphicFrameChg chg="add del">
          <ac:chgData name="Muhammad Hassan Bilal" userId="485d5a69-391f-4f1a-b4ee-a707f78cfc74" providerId="ADAL" clId="{265462A7-D877-417E-973E-98E6BFC5866E}" dt="2026-05-13T00:43:36.056" v="335" actId="26606"/>
          <ac:graphicFrameMkLst>
            <pc:docMk/>
            <pc:sldMk cId="4004141830" sldId="258"/>
            <ac:graphicFrameMk id="96" creationId="{30F51AB6-FB80-0A35-C78E-C4DF47F659BB}"/>
          </ac:graphicFrameMkLst>
        </pc:graphicFrameChg>
        <pc:graphicFrameChg chg="add del">
          <ac:chgData name="Muhammad Hassan Bilal" userId="485d5a69-391f-4f1a-b4ee-a707f78cfc74" providerId="ADAL" clId="{265462A7-D877-417E-973E-98E6BFC5866E}" dt="2026-05-13T00:43:51.848" v="337" actId="26606"/>
          <ac:graphicFrameMkLst>
            <pc:docMk/>
            <pc:sldMk cId="4004141830" sldId="258"/>
            <ac:graphicFrameMk id="100" creationId="{85393794-E2E1-48D2-1EC5-067AFB788017}"/>
          </ac:graphicFrameMkLst>
        </pc:graphicFrameChg>
        <pc:graphicFrameChg chg="add del">
          <ac:chgData name="Muhammad Hassan Bilal" userId="485d5a69-391f-4f1a-b4ee-a707f78cfc74" providerId="ADAL" clId="{265462A7-D877-417E-973E-98E6BFC5866E}" dt="2026-05-13T00:43:58.599" v="339" actId="26606"/>
          <ac:graphicFrameMkLst>
            <pc:docMk/>
            <pc:sldMk cId="4004141830" sldId="258"/>
            <ac:graphicFrameMk id="110" creationId="{1A852223-799D-9DCE-11EF-D27AC141748B}"/>
          </ac:graphicFrameMkLst>
        </pc:graphicFrameChg>
        <pc:graphicFrameChg chg="add mod modGraphic">
          <ac:chgData name="Muhammad Hassan Bilal" userId="485d5a69-391f-4f1a-b4ee-a707f78cfc74" providerId="ADAL" clId="{265462A7-D877-417E-973E-98E6BFC5866E}" dt="2026-05-13T00:45:44.420" v="379" actId="26606"/>
          <ac:graphicFrameMkLst>
            <pc:docMk/>
            <pc:sldMk cId="4004141830" sldId="258"/>
            <ac:graphicFrameMk id="177" creationId="{30F51AB6-FB80-0A35-C78E-C4DF47F659BB}"/>
          </ac:graphicFrameMkLst>
        </pc:graphicFrameChg>
        <pc:picChg chg="add del">
          <ac:chgData name="Muhammad Hassan Bilal" userId="485d5a69-391f-4f1a-b4ee-a707f78cfc74" providerId="ADAL" clId="{265462A7-D877-417E-973E-98E6BFC5866E}" dt="2026-05-13T00:42:48.024" v="317" actId="26606"/>
          <ac:picMkLst>
            <pc:docMk/>
            <pc:sldMk cId="4004141830" sldId="258"/>
            <ac:picMk id="5" creationId="{74552FCD-0DC5-3F07-B41F-46FAA0783C57}"/>
          </ac:picMkLst>
        </pc:picChg>
        <pc:picChg chg="add del">
          <ac:chgData name="Muhammad Hassan Bilal" userId="485d5a69-391f-4f1a-b4ee-a707f78cfc74" providerId="ADAL" clId="{265462A7-D877-417E-973E-98E6BFC5866E}" dt="2026-05-13T00:42:56.426" v="323" actId="26606"/>
          <ac:picMkLst>
            <pc:docMk/>
            <pc:sldMk cId="4004141830" sldId="258"/>
            <ac:picMk id="6" creationId="{EC178ED1-0FA8-442D-1F45-8F52C41B7EA8}"/>
          </ac:picMkLst>
        </pc:picChg>
        <pc:picChg chg="del">
          <ac:chgData name="Muhammad Hassan Bilal" userId="485d5a69-391f-4f1a-b4ee-a707f78cfc74" providerId="ADAL" clId="{265462A7-D877-417E-973E-98E6BFC5866E}" dt="2026-05-13T00:27:01.708" v="38" actId="478"/>
          <ac:picMkLst>
            <pc:docMk/>
            <pc:sldMk cId="4004141830" sldId="258"/>
            <ac:picMk id="7" creationId="{58D29D4A-958A-2705-FD08-36E67B7B7073}"/>
          </ac:picMkLst>
        </pc:picChg>
        <pc:picChg chg="add del">
          <ac:chgData name="Muhammad Hassan Bilal" userId="485d5a69-391f-4f1a-b4ee-a707f78cfc74" providerId="ADAL" clId="{265462A7-D877-417E-973E-98E6BFC5866E}" dt="2026-05-13T00:45:16.043" v="366" actId="26606"/>
          <ac:picMkLst>
            <pc:docMk/>
            <pc:sldMk cId="4004141830" sldId="258"/>
            <ac:picMk id="179" creationId="{87165343-7D53-7CA9-09E3-708BE5390F85}"/>
          </ac:picMkLst>
        </pc:picChg>
        <pc:cxnChg chg="add del">
          <ac:chgData name="Muhammad Hassan Bilal" userId="485d5a69-391f-4f1a-b4ee-a707f78cfc74" providerId="ADAL" clId="{265462A7-D877-417E-973E-98E6BFC5866E}" dt="2026-05-13T00:42:43.289" v="315" actId="26606"/>
          <ac:cxnSpMkLst>
            <pc:docMk/>
            <pc:sldMk cId="4004141830" sldId="258"/>
            <ac:cxnSpMk id="38" creationId="{C8F51B3F-8331-4E4A-AE96-D47B1006EEAD}"/>
          </ac:cxnSpMkLst>
        </pc:cxnChg>
        <pc:cxnChg chg="add del">
          <ac:chgData name="Muhammad Hassan Bilal" userId="485d5a69-391f-4f1a-b4ee-a707f78cfc74" providerId="ADAL" clId="{265462A7-D877-417E-973E-98E6BFC5866E}" dt="2026-05-13T00:43:15.138" v="329" actId="26606"/>
          <ac:cxnSpMkLst>
            <pc:docMk/>
            <pc:sldMk cId="4004141830" sldId="258"/>
            <ac:cxnSpMk id="76" creationId="{23AAC9B5-8015-485C-ACF9-A750390E9A56}"/>
          </ac:cxnSpMkLst>
        </pc:cxnChg>
        <pc:cxnChg chg="add del">
          <ac:chgData name="Muhammad Hassan Bilal" userId="485d5a69-391f-4f1a-b4ee-a707f78cfc74" providerId="ADAL" clId="{265462A7-D877-417E-973E-98E6BFC5866E}" dt="2026-05-13T00:43:36.056" v="335" actId="26606"/>
          <ac:cxnSpMkLst>
            <pc:docMk/>
            <pc:sldMk cId="4004141830" sldId="258"/>
            <ac:cxnSpMk id="95" creationId="{C8F51B3F-8331-4E4A-AE96-D47B1006EEAD}"/>
          </ac:cxnSpMkLst>
        </pc:cxnChg>
        <pc:cxnChg chg="add del">
          <ac:chgData name="Muhammad Hassan Bilal" userId="485d5a69-391f-4f1a-b4ee-a707f78cfc74" providerId="ADAL" clId="{265462A7-D877-417E-973E-98E6BFC5866E}" dt="2026-05-13T00:44:26.328" v="351" actId="26606"/>
          <ac:cxnSpMkLst>
            <pc:docMk/>
            <pc:sldMk cId="4004141830" sldId="258"/>
            <ac:cxnSpMk id="151" creationId="{6CF1BAF6-AD41-4082-B212-8A1F9A2E8779}"/>
          </ac:cxnSpMkLst>
        </pc:cxnChg>
        <pc:cxnChg chg="add del">
          <ac:chgData name="Muhammad Hassan Bilal" userId="485d5a69-391f-4f1a-b4ee-a707f78cfc74" providerId="ADAL" clId="{265462A7-D877-417E-973E-98E6BFC5866E}" dt="2026-05-13T00:45:44.420" v="379" actId="26606"/>
          <ac:cxnSpMkLst>
            <pc:docMk/>
            <pc:sldMk cId="4004141830" sldId="258"/>
            <ac:cxnSpMk id="176" creationId="{C8F51B3F-8331-4E4A-AE96-D47B1006EEAD}"/>
          </ac:cxnSpMkLst>
        </pc:cxnChg>
        <pc:cxnChg chg="add del">
          <ac:chgData name="Muhammad Hassan Bilal" userId="485d5a69-391f-4f1a-b4ee-a707f78cfc74" providerId="ADAL" clId="{265462A7-D877-417E-973E-98E6BFC5866E}" dt="2026-05-13T00:45:04.343" v="362" actId="26606"/>
          <ac:cxnSpMkLst>
            <pc:docMk/>
            <pc:sldMk cId="4004141830" sldId="258"/>
            <ac:cxnSpMk id="199" creationId="{C8F51B3F-8331-4E4A-AE96-D47B1006EEAD}"/>
          </ac:cxnSpMkLst>
        </pc:cxnChg>
        <pc:cxnChg chg="add del">
          <ac:chgData name="Muhammad Hassan Bilal" userId="485d5a69-391f-4f1a-b4ee-a707f78cfc74" providerId="ADAL" clId="{265462A7-D877-417E-973E-98E6BFC5866E}" dt="2026-05-13T00:45:10.678" v="364" actId="26606"/>
          <ac:cxnSpMkLst>
            <pc:docMk/>
            <pc:sldMk cId="4004141830" sldId="258"/>
            <ac:cxnSpMk id="202" creationId="{C8F51B3F-8331-4E4A-AE96-D47B1006EEAD}"/>
          </ac:cxnSpMkLst>
        </pc:cxnChg>
      </pc:sldChg>
      <pc:sldChg chg="add">
        <pc:chgData name="Muhammad Hassan Bilal" userId="485d5a69-391f-4f1a-b4ee-a707f78cfc74" providerId="ADAL" clId="{265462A7-D877-417E-973E-98E6BFC5866E}" dt="2026-05-13T00:27:04.595" v="39"/>
        <pc:sldMkLst>
          <pc:docMk/>
          <pc:sldMk cId="2400113483" sldId="259"/>
        </pc:sldMkLst>
      </pc:sldChg>
    </pc:docChg>
  </pc:docChgLst>
  <pc:docChgLst>
    <pc:chgData name="Shawaiz Haider" userId="73759997-8785-4279-9505-1c935aae7e63" providerId="ADAL" clId="{96FB20CA-24F3-4F0C-A792-6B3F0C199DE9}"/>
    <pc:docChg chg="undo custSel addSld modSld sldOrd">
      <pc:chgData name="Shawaiz Haider" userId="73759997-8785-4279-9505-1c935aae7e63" providerId="ADAL" clId="{96FB20CA-24F3-4F0C-A792-6B3F0C199DE9}" dt="2026-05-13T10:17:57.159" v="5217" actId="1076"/>
      <pc:docMkLst>
        <pc:docMk/>
      </pc:docMkLst>
      <pc:sldChg chg="addSp delSp modSp new mod">
        <pc:chgData name="Shawaiz Haider" userId="73759997-8785-4279-9505-1c935aae7e63" providerId="ADAL" clId="{96FB20CA-24F3-4F0C-A792-6B3F0C199DE9}" dt="2026-05-13T08:56:50.800" v="3061" actId="20577"/>
        <pc:sldMkLst>
          <pc:docMk/>
          <pc:sldMk cId="891093220" sldId="256"/>
        </pc:sldMkLst>
        <pc:spChg chg="del">
          <ac:chgData name="Shawaiz Haider" userId="73759997-8785-4279-9505-1c935aae7e63" providerId="ADAL" clId="{96FB20CA-24F3-4F0C-A792-6B3F0C199DE9}" dt="2026-05-13T00:20:19.119" v="1" actId="478"/>
          <ac:spMkLst>
            <pc:docMk/>
            <pc:sldMk cId="891093220" sldId="256"/>
            <ac:spMk id="2" creationId="{F4380C61-F72F-F5C9-715E-B2EC918B9C5F}"/>
          </ac:spMkLst>
        </pc:spChg>
        <pc:spChg chg="del">
          <ac:chgData name="Shawaiz Haider" userId="73759997-8785-4279-9505-1c935aae7e63" providerId="ADAL" clId="{96FB20CA-24F3-4F0C-A792-6B3F0C199DE9}" dt="2026-05-13T00:20:21.652" v="2" actId="478"/>
          <ac:spMkLst>
            <pc:docMk/>
            <pc:sldMk cId="891093220" sldId="256"/>
            <ac:spMk id="3" creationId="{F9214B47-2584-2FEC-13E7-F4DABC68D355}"/>
          </ac:spMkLst>
        </pc:spChg>
        <pc:spChg chg="mod">
          <ac:chgData name="Shawaiz Haider" userId="73759997-8785-4279-9505-1c935aae7e63" providerId="ADAL" clId="{96FB20CA-24F3-4F0C-A792-6B3F0C199DE9}" dt="2026-05-13T08:40:04.014" v="2488"/>
          <ac:spMkLst>
            <pc:docMk/>
            <pc:sldMk cId="891093220" sldId="256"/>
            <ac:spMk id="17" creationId="{B1A1754F-2751-6AE4-A4E4-59A4112C940C}"/>
          </ac:spMkLst>
        </pc:spChg>
        <pc:spChg chg="mod">
          <ac:chgData name="Shawaiz Haider" userId="73759997-8785-4279-9505-1c935aae7e63" providerId="ADAL" clId="{96FB20CA-24F3-4F0C-A792-6B3F0C199DE9}" dt="2026-05-13T08:40:07.109" v="2492" actId="20577"/>
          <ac:spMkLst>
            <pc:docMk/>
            <pc:sldMk cId="891093220" sldId="256"/>
            <ac:spMk id="19" creationId="{94C9525A-7862-CA95-1BCE-777503DD3114}"/>
          </ac:spMkLst>
        </pc:spChg>
        <pc:spChg chg="add mod">
          <ac:chgData name="Shawaiz Haider" userId="73759997-8785-4279-9505-1c935aae7e63" providerId="ADAL" clId="{96FB20CA-24F3-4F0C-A792-6B3F0C199DE9}" dt="2026-05-13T08:56:50.800" v="3061" actId="20577"/>
          <ac:spMkLst>
            <pc:docMk/>
            <pc:sldMk cId="891093220" sldId="256"/>
            <ac:spMk id="26" creationId="{46DF3033-311D-52C0-F0C3-96FE4F2D735A}"/>
          </ac:spMkLst>
        </pc:spChg>
        <pc:grpChg chg="add mod">
          <ac:chgData name="Shawaiz Haider" userId="73759997-8785-4279-9505-1c935aae7e63" providerId="ADAL" clId="{96FB20CA-24F3-4F0C-A792-6B3F0C199DE9}" dt="2026-05-13T08:40:04.014" v="2488"/>
          <ac:grpSpMkLst>
            <pc:docMk/>
            <pc:sldMk cId="891093220" sldId="256"/>
            <ac:grpSpMk id="4" creationId="{9BE9A19A-4C50-0E1E-6295-529C5AA94348}"/>
          </ac:grpSpMkLst>
        </pc:grpChg>
        <pc:picChg chg="mod">
          <ac:chgData name="Shawaiz Haider" userId="73759997-8785-4279-9505-1c935aae7e63" providerId="ADAL" clId="{96FB20CA-24F3-4F0C-A792-6B3F0C199DE9}" dt="2026-05-13T08:51:20.392" v="2927" actId="1076"/>
          <ac:picMkLst>
            <pc:docMk/>
            <pc:sldMk cId="891093220" sldId="256"/>
            <ac:picMk id="3" creationId="{0E7F5490-9C19-EC96-275B-9B4E0A33BEE3}"/>
          </ac:picMkLst>
        </pc:picChg>
      </pc:sldChg>
      <pc:sldChg chg="addSp delSp modSp new mod ord">
        <pc:chgData name="Shawaiz Haider" userId="73759997-8785-4279-9505-1c935aae7e63" providerId="ADAL" clId="{96FB20CA-24F3-4F0C-A792-6B3F0C199DE9}" dt="2026-05-13T08:39:39.489" v="2487" actId="20577"/>
        <pc:sldMkLst>
          <pc:docMk/>
          <pc:sldMk cId="3636757363" sldId="257"/>
        </pc:sldMkLst>
        <pc:spChg chg="del">
          <ac:chgData name="Shawaiz Haider" userId="73759997-8785-4279-9505-1c935aae7e63" providerId="ADAL" clId="{96FB20CA-24F3-4F0C-A792-6B3F0C199DE9}" dt="2026-05-13T00:22:29.434" v="5" actId="478"/>
          <ac:spMkLst>
            <pc:docMk/>
            <pc:sldMk cId="3636757363" sldId="257"/>
            <ac:spMk id="2" creationId="{C25E2313-5653-8E6F-90D5-B0932CADB8C0}"/>
          </ac:spMkLst>
        </pc:spChg>
        <pc:spChg chg="del">
          <ac:chgData name="Shawaiz Haider" userId="73759997-8785-4279-9505-1c935aae7e63" providerId="ADAL" clId="{96FB20CA-24F3-4F0C-A792-6B3F0C199DE9}" dt="2026-05-13T00:22:26.598" v="4" actId="478"/>
          <ac:spMkLst>
            <pc:docMk/>
            <pc:sldMk cId="3636757363" sldId="257"/>
            <ac:spMk id="3" creationId="{6A4688C8-29B8-C0BD-F3E7-A3E427DB2D92}"/>
          </ac:spMkLst>
        </pc:spChg>
        <pc:spChg chg="mod">
          <ac:chgData name="Shawaiz Haider" userId="73759997-8785-4279-9505-1c935aae7e63" providerId="ADAL" clId="{96FB20CA-24F3-4F0C-A792-6B3F0C199DE9}" dt="2026-05-13T02:35:15.977" v="1525" actId="207"/>
          <ac:spMkLst>
            <pc:docMk/>
            <pc:sldMk cId="3636757363" sldId="257"/>
            <ac:spMk id="6" creationId="{1E24A78B-A79D-0350-A90E-1DA156C0732C}"/>
          </ac:spMkLst>
        </pc:spChg>
        <pc:spChg chg="mod">
          <ac:chgData name="Shawaiz Haider" userId="73759997-8785-4279-9505-1c935aae7e63" providerId="ADAL" clId="{96FB20CA-24F3-4F0C-A792-6B3F0C199DE9}" dt="2026-05-13T02:36:07.855" v="1572" actId="20577"/>
          <ac:spMkLst>
            <pc:docMk/>
            <pc:sldMk cId="3636757363" sldId="257"/>
            <ac:spMk id="8" creationId="{B484A7D3-1941-99C2-52DB-3C0E3917A7F1}"/>
          </ac:spMkLst>
        </pc:spChg>
        <pc:spChg chg="add mod">
          <ac:chgData name="Shawaiz Haider" userId="73759997-8785-4279-9505-1c935aae7e63" providerId="ADAL" clId="{96FB20CA-24F3-4F0C-A792-6B3F0C199DE9}" dt="2026-05-13T08:39:39.489" v="2487" actId="20577"/>
          <ac:spMkLst>
            <pc:docMk/>
            <pc:sldMk cId="3636757363" sldId="257"/>
            <ac:spMk id="9" creationId="{781CF5CA-FA11-7CF7-C6BF-D085384667FE}"/>
          </ac:spMkLst>
        </pc:spChg>
        <pc:grpChg chg="add mod">
          <ac:chgData name="Shawaiz Haider" userId="73759997-8785-4279-9505-1c935aae7e63" providerId="ADAL" clId="{96FB20CA-24F3-4F0C-A792-6B3F0C199DE9}" dt="2026-05-13T02:35:15.977" v="1525" actId="207"/>
          <ac:grpSpMkLst>
            <pc:docMk/>
            <pc:sldMk cId="3636757363" sldId="257"/>
            <ac:grpSpMk id="4" creationId="{703FB8C9-49F7-FF0F-D018-0AF05785AE34}"/>
          </ac:grpSpMkLst>
        </pc:grpChg>
        <pc:picChg chg="mod">
          <ac:chgData name="Shawaiz Haider" userId="73759997-8785-4279-9505-1c935aae7e63" providerId="ADAL" clId="{96FB20CA-24F3-4F0C-A792-6B3F0C199DE9}" dt="2026-05-13T00:24:41.373" v="9" actId="14100"/>
          <ac:picMkLst>
            <pc:docMk/>
            <pc:sldMk cId="3636757363" sldId="257"/>
            <ac:picMk id="5" creationId="{9DF009B9-6D01-A5EB-873E-100DBF8CD4C1}"/>
          </ac:picMkLst>
        </pc:picChg>
        <pc:picChg chg="mod">
          <ac:chgData name="Shawaiz Haider" userId="73759997-8785-4279-9505-1c935aae7e63" providerId="ADAL" clId="{96FB20CA-24F3-4F0C-A792-6B3F0C199DE9}" dt="2026-05-13T02:39:09.081" v="1586" actId="1076"/>
          <ac:picMkLst>
            <pc:docMk/>
            <pc:sldMk cId="3636757363" sldId="257"/>
            <ac:picMk id="7" creationId="{CD2C492D-3CDA-A110-B95A-CD69E9FBF172}"/>
          </ac:picMkLst>
        </pc:picChg>
      </pc:sldChg>
      <pc:sldChg chg="addSp modSp mod">
        <pc:chgData name="Shawaiz Haider" userId="73759997-8785-4279-9505-1c935aae7e63" providerId="ADAL" clId="{96FB20CA-24F3-4F0C-A792-6B3F0C199DE9}" dt="2026-05-13T08:59:14.047" v="3216" actId="20577"/>
        <pc:sldMkLst>
          <pc:docMk/>
          <pc:sldMk cId="4004141830" sldId="258"/>
        </pc:sldMkLst>
        <pc:spChg chg="add mod">
          <ac:chgData name="Shawaiz Haider" userId="73759997-8785-4279-9505-1c935aae7e63" providerId="ADAL" clId="{96FB20CA-24F3-4F0C-A792-6B3F0C199DE9}" dt="2026-05-13T08:52:52.194" v="2950" actId="255"/>
          <ac:spMkLst>
            <pc:docMk/>
            <pc:sldMk cId="4004141830" sldId="258"/>
            <ac:spMk id="3" creationId="{0542CBF2-4FF9-A7A0-44B0-56C0F7F2DC83}"/>
          </ac:spMkLst>
        </pc:spChg>
        <pc:graphicFrameChg chg="mod modGraphic">
          <ac:chgData name="Shawaiz Haider" userId="73759997-8785-4279-9505-1c935aae7e63" providerId="ADAL" clId="{96FB20CA-24F3-4F0C-A792-6B3F0C199DE9}" dt="2026-05-13T08:59:14.047" v="3216" actId="20577"/>
          <ac:graphicFrameMkLst>
            <pc:docMk/>
            <pc:sldMk cId="4004141830" sldId="258"/>
            <ac:graphicFrameMk id="177" creationId="{30F51AB6-FB80-0A35-C78E-C4DF47F659BB}"/>
          </ac:graphicFrameMkLst>
        </pc:graphicFrameChg>
      </pc:sldChg>
      <pc:sldChg chg="addSp modSp mod">
        <pc:chgData name="Shawaiz Haider" userId="73759997-8785-4279-9505-1c935aae7e63" providerId="ADAL" clId="{96FB20CA-24F3-4F0C-A792-6B3F0C199DE9}" dt="2026-05-13T09:16:06.358" v="3834" actId="14100"/>
        <pc:sldMkLst>
          <pc:docMk/>
          <pc:sldMk cId="2400113483" sldId="259"/>
        </pc:sldMkLst>
        <pc:spChg chg="mod">
          <ac:chgData name="Shawaiz Haider" userId="73759997-8785-4279-9505-1c935aae7e63" providerId="ADAL" clId="{96FB20CA-24F3-4F0C-A792-6B3F0C199DE9}" dt="2026-05-13T08:48:43.275" v="2888"/>
          <ac:spMkLst>
            <pc:docMk/>
            <pc:sldMk cId="2400113483" sldId="259"/>
            <ac:spMk id="3" creationId="{4FFBA38E-ADB2-65C7-469F-F34A9D00902C}"/>
          </ac:spMkLst>
        </pc:spChg>
        <pc:spChg chg="mod">
          <ac:chgData name="Shawaiz Haider" userId="73759997-8785-4279-9505-1c935aae7e63" providerId="ADAL" clId="{96FB20CA-24F3-4F0C-A792-6B3F0C199DE9}" dt="2026-05-13T08:48:45.758" v="2890" actId="20577"/>
          <ac:spMkLst>
            <pc:docMk/>
            <pc:sldMk cId="2400113483" sldId="259"/>
            <ac:spMk id="4" creationId="{14EA6C7C-FC19-3F05-87DA-439A95E009A2}"/>
          </ac:spMkLst>
        </pc:spChg>
        <pc:spChg chg="add mod">
          <ac:chgData name="Shawaiz Haider" userId="73759997-8785-4279-9505-1c935aae7e63" providerId="ADAL" clId="{96FB20CA-24F3-4F0C-A792-6B3F0C199DE9}" dt="2026-05-13T09:16:06.358" v="3834" actId="14100"/>
          <ac:spMkLst>
            <pc:docMk/>
            <pc:sldMk cId="2400113483" sldId="259"/>
            <ac:spMk id="6" creationId="{47D52EF0-78D6-A2CD-1CA1-B03945BC19FE}"/>
          </ac:spMkLst>
        </pc:spChg>
        <pc:grpChg chg="add mod">
          <ac:chgData name="Shawaiz Haider" userId="73759997-8785-4279-9505-1c935aae7e63" providerId="ADAL" clId="{96FB20CA-24F3-4F0C-A792-6B3F0C199DE9}" dt="2026-05-13T08:48:43.275" v="2888"/>
          <ac:grpSpMkLst>
            <pc:docMk/>
            <pc:sldMk cId="2400113483" sldId="259"/>
            <ac:grpSpMk id="2" creationId="{B04473AB-F656-BB75-55D6-B0B8AB1EC35E}"/>
          </ac:grpSpMkLst>
        </pc:grpChg>
      </pc:sldChg>
      <pc:sldChg chg="addSp delSp modSp new mod setBg">
        <pc:chgData name="Shawaiz Haider" userId="73759997-8785-4279-9505-1c935aae7e63" providerId="ADAL" clId="{96FB20CA-24F3-4F0C-A792-6B3F0C199DE9}" dt="2026-05-13T02:36:33.020" v="1578"/>
        <pc:sldMkLst>
          <pc:docMk/>
          <pc:sldMk cId="3070635634" sldId="260"/>
        </pc:sldMkLst>
        <pc:spChg chg="del">
          <ac:chgData name="Shawaiz Haider" userId="73759997-8785-4279-9505-1c935aae7e63" providerId="ADAL" clId="{96FB20CA-24F3-4F0C-A792-6B3F0C199DE9}" dt="2026-05-13T00:34:49.549" v="11" actId="478"/>
          <ac:spMkLst>
            <pc:docMk/>
            <pc:sldMk cId="3070635634" sldId="260"/>
            <ac:spMk id="2" creationId="{16D4A3F1-4C2E-59B7-8058-679678E09A6D}"/>
          </ac:spMkLst>
        </pc:spChg>
        <pc:spChg chg="del">
          <ac:chgData name="Shawaiz Haider" userId="73759997-8785-4279-9505-1c935aae7e63" providerId="ADAL" clId="{96FB20CA-24F3-4F0C-A792-6B3F0C199DE9}" dt="2026-05-13T00:34:52.940" v="12" actId="478"/>
          <ac:spMkLst>
            <pc:docMk/>
            <pc:sldMk cId="3070635634" sldId="260"/>
            <ac:spMk id="3" creationId="{0E332B17-77B7-6E2F-2D69-D6A7D6718E04}"/>
          </ac:spMkLst>
        </pc:spChg>
        <pc:spChg chg="add del mod">
          <ac:chgData name="Shawaiz Haider" userId="73759997-8785-4279-9505-1c935aae7e63" providerId="ADAL" clId="{96FB20CA-24F3-4F0C-A792-6B3F0C199DE9}" dt="2026-05-13T01:38:04.810" v="432" actId="26606"/>
          <ac:spMkLst>
            <pc:docMk/>
            <pc:sldMk cId="3070635634" sldId="260"/>
            <ac:spMk id="4" creationId="{67388FC2-0E28-747D-D644-48C34CAF3CDB}"/>
          </ac:spMkLst>
        </pc:spChg>
        <pc:spChg chg="add del">
          <ac:chgData name="Shawaiz Haider" userId="73759997-8785-4279-9505-1c935aae7e63" providerId="ADAL" clId="{96FB20CA-24F3-4F0C-A792-6B3F0C199DE9}" dt="2026-05-13T01:38:47.917" v="437" actId="26606"/>
          <ac:spMkLst>
            <pc:docMk/>
            <pc:sldMk cId="3070635634" sldId="260"/>
            <ac:spMk id="10" creationId="{2659FDB4-FCBE-4A89-B46D-43D4FA54464D}"/>
          </ac:spMkLst>
        </pc:spChg>
        <pc:spChg chg="add del">
          <ac:chgData name="Shawaiz Haider" userId="73759997-8785-4279-9505-1c935aae7e63" providerId="ADAL" clId="{96FB20CA-24F3-4F0C-A792-6B3F0C199DE9}" dt="2026-05-13T01:41:05.131" v="451" actId="26606"/>
          <ac:spMkLst>
            <pc:docMk/>
            <pc:sldMk cId="3070635634" sldId="260"/>
            <ac:spMk id="11" creationId="{2215C6C6-E45C-4179-9FC1-E8A4C1D47430}"/>
          </ac:spMkLst>
        </pc:spChg>
        <pc:spChg chg="add del">
          <ac:chgData name="Shawaiz Haider" userId="73759997-8785-4279-9505-1c935aae7e63" providerId="ADAL" clId="{96FB20CA-24F3-4F0C-A792-6B3F0C199DE9}" dt="2026-05-13T01:41:05.131" v="451" actId="26606"/>
          <ac:spMkLst>
            <pc:docMk/>
            <pc:sldMk cId="3070635634" sldId="260"/>
            <ac:spMk id="17" creationId="{3776B14B-F2F4-4825-8DA8-8C7A0F2B3960}"/>
          </ac:spMkLst>
        </pc:spChg>
        <pc:grpChg chg="add del">
          <ac:chgData name="Shawaiz Haider" userId="73759997-8785-4279-9505-1c935aae7e63" providerId="ADAL" clId="{96FB20CA-24F3-4F0C-A792-6B3F0C199DE9}" dt="2026-05-13T01:41:05.131" v="451" actId="26606"/>
          <ac:grpSpMkLst>
            <pc:docMk/>
            <pc:sldMk cId="3070635634" sldId="260"/>
            <ac:grpSpMk id="13" creationId="{5FE9FE4C-C9E0-4C54-8010-EA9D29CD4D59}"/>
          </ac:grpSpMkLst>
        </pc:grpChg>
        <pc:graphicFrameChg chg="add mod modGraphic">
          <ac:chgData name="Shawaiz Haider" userId="73759997-8785-4279-9505-1c935aae7e63" providerId="ADAL" clId="{96FB20CA-24F3-4F0C-A792-6B3F0C199DE9}" dt="2026-05-13T02:36:33.020" v="1578"/>
          <ac:graphicFrameMkLst>
            <pc:docMk/>
            <pc:sldMk cId="3070635634" sldId="260"/>
            <ac:graphicFrameMk id="6" creationId="{32579124-D83F-9BA5-8990-63BC10D1F893}"/>
          </ac:graphicFrameMkLst>
        </pc:graphicFrameChg>
        <pc:cxnChg chg="add del">
          <ac:chgData name="Shawaiz Haider" userId="73759997-8785-4279-9505-1c935aae7e63" providerId="ADAL" clId="{96FB20CA-24F3-4F0C-A792-6B3F0C199DE9}" dt="2026-05-13T01:38:47.917" v="437" actId="26606"/>
          <ac:cxnSpMkLst>
            <pc:docMk/>
            <pc:sldMk cId="3070635634" sldId="260"/>
            <ac:cxnSpMk id="12" creationId="{C8F51B3F-8331-4E4A-AE96-D47B1006EEAD}"/>
          </ac:cxnSpMkLst>
        </pc:cxnChg>
      </pc:sldChg>
      <pc:sldChg chg="addSp delSp modSp new mod">
        <pc:chgData name="Shawaiz Haider" userId="73759997-8785-4279-9505-1c935aae7e63" providerId="ADAL" clId="{96FB20CA-24F3-4F0C-A792-6B3F0C199DE9}" dt="2026-05-13T02:38:43.483" v="1585" actId="20577"/>
        <pc:sldMkLst>
          <pc:docMk/>
          <pc:sldMk cId="1213315247" sldId="261"/>
        </pc:sldMkLst>
        <pc:spChg chg="del">
          <ac:chgData name="Shawaiz Haider" userId="73759997-8785-4279-9505-1c935aae7e63" providerId="ADAL" clId="{96FB20CA-24F3-4F0C-A792-6B3F0C199DE9}" dt="2026-05-13T01:42:40.416" v="454" actId="478"/>
          <ac:spMkLst>
            <pc:docMk/>
            <pc:sldMk cId="1213315247" sldId="261"/>
            <ac:spMk id="2" creationId="{8A20791C-D867-47BD-A0A4-348A6A4E0CE0}"/>
          </ac:spMkLst>
        </pc:spChg>
        <pc:spChg chg="del">
          <ac:chgData name="Shawaiz Haider" userId="73759997-8785-4279-9505-1c935aae7e63" providerId="ADAL" clId="{96FB20CA-24F3-4F0C-A792-6B3F0C199DE9}" dt="2026-05-13T01:42:43.845" v="455" actId="478"/>
          <ac:spMkLst>
            <pc:docMk/>
            <pc:sldMk cId="1213315247" sldId="261"/>
            <ac:spMk id="3" creationId="{2E4B87C8-2DE3-3449-E648-EB7DB0D59045}"/>
          </ac:spMkLst>
        </pc:spChg>
        <pc:spChg chg="add mod">
          <ac:chgData name="Shawaiz Haider" userId="73759997-8785-4279-9505-1c935aae7e63" providerId="ADAL" clId="{96FB20CA-24F3-4F0C-A792-6B3F0C199DE9}" dt="2026-05-13T01:44:00.935" v="459" actId="207"/>
          <ac:spMkLst>
            <pc:docMk/>
            <pc:sldMk cId="1213315247" sldId="261"/>
            <ac:spMk id="5" creationId="{C5A1E56F-1466-E04B-9176-747ABEB92BE1}"/>
          </ac:spMkLst>
        </pc:spChg>
        <pc:spChg chg="add mod">
          <ac:chgData name="Shawaiz Haider" userId="73759997-8785-4279-9505-1c935aae7e63" providerId="ADAL" clId="{96FB20CA-24F3-4F0C-A792-6B3F0C199DE9}" dt="2026-05-13T02:16:19.819" v="566" actId="20577"/>
          <ac:spMkLst>
            <pc:docMk/>
            <pc:sldMk cId="1213315247" sldId="261"/>
            <ac:spMk id="6" creationId="{4AD8D0B2-60F6-83A3-D94A-F5905FD63496}"/>
          </ac:spMkLst>
        </pc:spChg>
        <pc:spChg chg="add del mod">
          <ac:chgData name="Shawaiz Haider" userId="73759997-8785-4279-9505-1c935aae7e63" providerId="ADAL" clId="{96FB20CA-24F3-4F0C-A792-6B3F0C199DE9}" dt="2026-05-13T02:07:37.131" v="546"/>
          <ac:spMkLst>
            <pc:docMk/>
            <pc:sldMk cId="1213315247" sldId="261"/>
            <ac:spMk id="9" creationId="{375CFB39-AAB3-2318-048C-EFD5A0A9D0F6}"/>
          </ac:spMkLst>
        </pc:spChg>
        <pc:spChg chg="add mod">
          <ac:chgData name="Shawaiz Haider" userId="73759997-8785-4279-9505-1c935aae7e63" providerId="ADAL" clId="{96FB20CA-24F3-4F0C-A792-6B3F0C199DE9}" dt="2026-05-13T02:38:43.483" v="1585" actId="20577"/>
          <ac:spMkLst>
            <pc:docMk/>
            <pc:sldMk cId="1213315247" sldId="261"/>
            <ac:spMk id="10" creationId="{635E3B03-D96D-995D-E3C3-F1A5C024994D}"/>
          </ac:spMkLst>
        </pc:spChg>
        <pc:grpChg chg="add mod">
          <ac:chgData name="Shawaiz Haider" userId="73759997-8785-4279-9505-1c935aae7e63" providerId="ADAL" clId="{96FB20CA-24F3-4F0C-A792-6B3F0C199DE9}" dt="2026-05-13T01:44:00.935" v="459" actId="207"/>
          <ac:grpSpMkLst>
            <pc:docMk/>
            <pc:sldMk cId="1213315247" sldId="261"/>
            <ac:grpSpMk id="4" creationId="{FB099751-365C-761A-C82E-FCE8221CD5F1}"/>
          </ac:grpSpMkLst>
        </pc:grpChg>
        <pc:picChg chg="add mod">
          <ac:chgData name="Shawaiz Haider" userId="73759997-8785-4279-9505-1c935aae7e63" providerId="ADAL" clId="{96FB20CA-24F3-4F0C-A792-6B3F0C199DE9}" dt="2026-05-13T02:06:34.878" v="509" actId="1076"/>
          <ac:picMkLst>
            <pc:docMk/>
            <pc:sldMk cId="1213315247" sldId="261"/>
            <ac:picMk id="8" creationId="{9A5E76C7-C99C-230F-6206-DB1E7CCF57FA}"/>
          </ac:picMkLst>
        </pc:picChg>
      </pc:sldChg>
      <pc:sldChg chg="addSp delSp modSp new mod">
        <pc:chgData name="Shawaiz Haider" userId="73759997-8785-4279-9505-1c935aae7e63" providerId="ADAL" clId="{96FB20CA-24F3-4F0C-A792-6B3F0C199DE9}" dt="2026-05-13T02:36:18.530" v="1577" actId="20577"/>
        <pc:sldMkLst>
          <pc:docMk/>
          <pc:sldMk cId="2477332852" sldId="262"/>
        </pc:sldMkLst>
        <pc:spChg chg="del">
          <ac:chgData name="Shawaiz Haider" userId="73759997-8785-4279-9505-1c935aae7e63" providerId="ADAL" clId="{96FB20CA-24F3-4F0C-A792-6B3F0C199DE9}" dt="2026-05-13T02:10:18.304" v="548" actId="478"/>
          <ac:spMkLst>
            <pc:docMk/>
            <pc:sldMk cId="2477332852" sldId="262"/>
            <ac:spMk id="2" creationId="{FC0872AB-3E36-3071-9347-1D2AC2F9FC8A}"/>
          </ac:spMkLst>
        </pc:spChg>
        <pc:spChg chg="del">
          <ac:chgData name="Shawaiz Haider" userId="73759997-8785-4279-9505-1c935aae7e63" providerId="ADAL" clId="{96FB20CA-24F3-4F0C-A792-6B3F0C199DE9}" dt="2026-05-13T02:10:22.090" v="549" actId="478"/>
          <ac:spMkLst>
            <pc:docMk/>
            <pc:sldMk cId="2477332852" sldId="262"/>
            <ac:spMk id="3" creationId="{3D93F9FA-B100-0DCD-8130-BE1C277BF82B}"/>
          </ac:spMkLst>
        </pc:spChg>
        <pc:spChg chg="add del mod">
          <ac:chgData name="Shawaiz Haider" userId="73759997-8785-4279-9505-1c935aae7e63" providerId="ADAL" clId="{96FB20CA-24F3-4F0C-A792-6B3F0C199DE9}" dt="2026-05-13T02:20:41.020" v="654" actId="478"/>
          <ac:spMkLst>
            <pc:docMk/>
            <pc:sldMk cId="2477332852" sldId="262"/>
            <ac:spMk id="6" creationId="{9A89F2A5-2477-95FE-8668-DD0985E4A4BE}"/>
          </ac:spMkLst>
        </pc:spChg>
        <pc:spChg chg="add del mod">
          <ac:chgData name="Shawaiz Haider" userId="73759997-8785-4279-9505-1c935aae7e63" providerId="ADAL" clId="{96FB20CA-24F3-4F0C-A792-6B3F0C199DE9}" dt="2026-05-13T02:19:09.653" v="649"/>
          <ac:spMkLst>
            <pc:docMk/>
            <pc:sldMk cId="2477332852" sldId="262"/>
            <ac:spMk id="7" creationId="{5CB4EAED-8B67-6BCE-35FC-E1FD64A6FFD3}"/>
          </ac:spMkLst>
        </pc:spChg>
        <pc:spChg chg="add del">
          <ac:chgData name="Shawaiz Haider" userId="73759997-8785-4279-9505-1c935aae7e63" providerId="ADAL" clId="{96FB20CA-24F3-4F0C-A792-6B3F0C199DE9}" dt="2026-05-13T02:20:19.797" v="651" actId="11529"/>
          <ac:spMkLst>
            <pc:docMk/>
            <pc:sldMk cId="2477332852" sldId="262"/>
            <ac:spMk id="8" creationId="{7A2ED623-7C07-01C6-0B36-C2FD4061D024}"/>
          </ac:spMkLst>
        </pc:spChg>
        <pc:spChg chg="add del">
          <ac:chgData name="Shawaiz Haider" userId="73759997-8785-4279-9505-1c935aae7e63" providerId="ADAL" clId="{96FB20CA-24F3-4F0C-A792-6B3F0C199DE9}" dt="2026-05-13T02:20:26.054" v="653" actId="478"/>
          <ac:spMkLst>
            <pc:docMk/>
            <pc:sldMk cId="2477332852" sldId="262"/>
            <ac:spMk id="9" creationId="{87D52D72-4786-8D95-AD22-B75E1D21C6EF}"/>
          </ac:spMkLst>
        </pc:spChg>
        <pc:spChg chg="mod">
          <ac:chgData name="Shawaiz Haider" userId="73759997-8785-4279-9505-1c935aae7e63" providerId="ADAL" clId="{96FB20CA-24F3-4F0C-A792-6B3F0C199DE9}" dt="2026-05-13T02:20:41.871" v="655"/>
          <ac:spMkLst>
            <pc:docMk/>
            <pc:sldMk cId="2477332852" sldId="262"/>
            <ac:spMk id="11" creationId="{DE3F7529-E9EF-6784-E24C-1666B5DFF67E}"/>
          </ac:spMkLst>
        </pc:spChg>
        <pc:spChg chg="mod">
          <ac:chgData name="Shawaiz Haider" userId="73759997-8785-4279-9505-1c935aae7e63" providerId="ADAL" clId="{96FB20CA-24F3-4F0C-A792-6B3F0C199DE9}" dt="2026-05-13T02:36:18.530" v="1577" actId="20577"/>
          <ac:spMkLst>
            <pc:docMk/>
            <pc:sldMk cId="2477332852" sldId="262"/>
            <ac:spMk id="12" creationId="{E83A9C23-1B63-2DC1-199A-BEB62E866B35}"/>
          </ac:spMkLst>
        </pc:spChg>
        <pc:spChg chg="add mod">
          <ac:chgData name="Shawaiz Haider" userId="73759997-8785-4279-9505-1c935aae7e63" providerId="ADAL" clId="{96FB20CA-24F3-4F0C-A792-6B3F0C199DE9}" dt="2026-05-13T02:31:04.757" v="1354" actId="14100"/>
          <ac:spMkLst>
            <pc:docMk/>
            <pc:sldMk cId="2477332852" sldId="262"/>
            <ac:spMk id="13" creationId="{F512040B-F2B8-6EDA-5D1B-582FACDE30EC}"/>
          </ac:spMkLst>
        </pc:spChg>
        <pc:grpChg chg="add mod">
          <ac:chgData name="Shawaiz Haider" userId="73759997-8785-4279-9505-1c935aae7e63" providerId="ADAL" clId="{96FB20CA-24F3-4F0C-A792-6B3F0C199DE9}" dt="2026-05-13T02:20:41.871" v="655"/>
          <ac:grpSpMkLst>
            <pc:docMk/>
            <pc:sldMk cId="2477332852" sldId="262"/>
            <ac:grpSpMk id="10" creationId="{1CD46169-A8DF-7CBB-9FCC-EBDE57243AE2}"/>
          </ac:grpSpMkLst>
        </pc:grpChg>
        <pc:picChg chg="add mod">
          <ac:chgData name="Shawaiz Haider" userId="73759997-8785-4279-9505-1c935aae7e63" providerId="ADAL" clId="{96FB20CA-24F3-4F0C-A792-6B3F0C199DE9}" dt="2026-05-13T02:31:33.151" v="1356" actId="1076"/>
          <ac:picMkLst>
            <pc:docMk/>
            <pc:sldMk cId="2477332852" sldId="262"/>
            <ac:picMk id="5" creationId="{3B363380-36AF-84CD-8D97-3A9C6D8D3094}"/>
          </ac:picMkLst>
        </pc:picChg>
      </pc:sldChg>
      <pc:sldChg chg="addSp delSp modSp new mod">
        <pc:chgData name="Shawaiz Haider" userId="73759997-8785-4279-9505-1c935aae7e63" providerId="ADAL" clId="{96FB20CA-24F3-4F0C-A792-6B3F0C199DE9}" dt="2026-05-13T09:40:24.272" v="3994" actId="14100"/>
        <pc:sldMkLst>
          <pc:docMk/>
          <pc:sldMk cId="2310008981" sldId="263"/>
        </pc:sldMkLst>
        <pc:spChg chg="del">
          <ac:chgData name="Shawaiz Haider" userId="73759997-8785-4279-9505-1c935aae7e63" providerId="ADAL" clId="{96FB20CA-24F3-4F0C-A792-6B3F0C199DE9}" dt="2026-05-13T09:20:46.778" v="3836" actId="478"/>
          <ac:spMkLst>
            <pc:docMk/>
            <pc:sldMk cId="2310008981" sldId="263"/>
            <ac:spMk id="2" creationId="{5C97F3B6-2D41-1644-7CCC-38B4CF0C6AD3}"/>
          </ac:spMkLst>
        </pc:spChg>
        <pc:spChg chg="del">
          <ac:chgData name="Shawaiz Haider" userId="73759997-8785-4279-9505-1c935aae7e63" providerId="ADAL" clId="{96FB20CA-24F3-4F0C-A792-6B3F0C199DE9}" dt="2026-05-13T09:20:49.034" v="3837" actId="478"/>
          <ac:spMkLst>
            <pc:docMk/>
            <pc:sldMk cId="2310008981" sldId="263"/>
            <ac:spMk id="3" creationId="{4187D61D-E01A-2104-FD17-6AACFBD5CCA4}"/>
          </ac:spMkLst>
        </pc:spChg>
        <pc:spChg chg="mod">
          <ac:chgData name="Shawaiz Haider" userId="73759997-8785-4279-9505-1c935aae7e63" providerId="ADAL" clId="{96FB20CA-24F3-4F0C-A792-6B3F0C199DE9}" dt="2026-05-13T09:20:50.430" v="3838"/>
          <ac:spMkLst>
            <pc:docMk/>
            <pc:sldMk cId="2310008981" sldId="263"/>
            <ac:spMk id="5" creationId="{A8C706BD-DF47-80E4-E906-E332DDE5B43C}"/>
          </ac:spMkLst>
        </pc:spChg>
        <pc:spChg chg="mod">
          <ac:chgData name="Shawaiz Haider" userId="73759997-8785-4279-9505-1c935aae7e63" providerId="ADAL" clId="{96FB20CA-24F3-4F0C-A792-6B3F0C199DE9}" dt="2026-05-13T09:20:53.923" v="3840" actId="20577"/>
          <ac:spMkLst>
            <pc:docMk/>
            <pc:sldMk cId="2310008981" sldId="263"/>
            <ac:spMk id="6" creationId="{3F1B4516-7FB7-4FC5-320A-4471EE61E4BA}"/>
          </ac:spMkLst>
        </pc:spChg>
        <pc:spChg chg="add mod">
          <ac:chgData name="Shawaiz Haider" userId="73759997-8785-4279-9505-1c935aae7e63" providerId="ADAL" clId="{96FB20CA-24F3-4F0C-A792-6B3F0C199DE9}" dt="2026-05-13T09:27:52.199" v="3889" actId="20577"/>
          <ac:spMkLst>
            <pc:docMk/>
            <pc:sldMk cId="2310008981" sldId="263"/>
            <ac:spMk id="8" creationId="{0BC5CAB4-E810-9066-9F00-F74F2DD3BF8F}"/>
          </ac:spMkLst>
        </pc:spChg>
        <pc:grpChg chg="add mod">
          <ac:chgData name="Shawaiz Haider" userId="73759997-8785-4279-9505-1c935aae7e63" providerId="ADAL" clId="{96FB20CA-24F3-4F0C-A792-6B3F0C199DE9}" dt="2026-05-13T09:20:50.430" v="3838"/>
          <ac:grpSpMkLst>
            <pc:docMk/>
            <pc:sldMk cId="2310008981" sldId="263"/>
            <ac:grpSpMk id="4" creationId="{AF0B9034-BE1F-235C-7051-61FDEE7D004A}"/>
          </ac:grpSpMkLst>
        </pc:grpChg>
        <pc:graphicFrameChg chg="add del mod modGraphic">
          <ac:chgData name="Shawaiz Haider" userId="73759997-8785-4279-9505-1c935aae7e63" providerId="ADAL" clId="{96FB20CA-24F3-4F0C-A792-6B3F0C199DE9}" dt="2026-05-13T09:27:50.380" v="3888" actId="478"/>
          <ac:graphicFrameMkLst>
            <pc:docMk/>
            <pc:sldMk cId="2310008981" sldId="263"/>
            <ac:graphicFrameMk id="9" creationId="{BB344F5B-7658-B183-5894-21FDAAAFB641}"/>
          </ac:graphicFrameMkLst>
        </pc:graphicFrameChg>
        <pc:graphicFrameChg chg="add del mod modGraphic">
          <ac:chgData name="Shawaiz Haider" userId="73759997-8785-4279-9505-1c935aae7e63" providerId="ADAL" clId="{96FB20CA-24F3-4F0C-A792-6B3F0C199DE9}" dt="2026-05-13T09:28:32.213" v="3895" actId="478"/>
          <ac:graphicFrameMkLst>
            <pc:docMk/>
            <pc:sldMk cId="2310008981" sldId="263"/>
            <ac:graphicFrameMk id="10" creationId="{F4F41E85-F0F5-F47A-9360-675E5CC136F2}"/>
          </ac:graphicFrameMkLst>
        </pc:graphicFrameChg>
        <pc:graphicFrameChg chg="add del mod modGraphic">
          <ac:chgData name="Shawaiz Haider" userId="73759997-8785-4279-9505-1c935aae7e63" providerId="ADAL" clId="{96FB20CA-24F3-4F0C-A792-6B3F0C199DE9}" dt="2026-05-13T09:29:37.593" v="3900" actId="478"/>
          <ac:graphicFrameMkLst>
            <pc:docMk/>
            <pc:sldMk cId="2310008981" sldId="263"/>
            <ac:graphicFrameMk id="11" creationId="{F1D79D9D-7E4F-55E7-6820-F67D6A297E8E}"/>
          </ac:graphicFrameMkLst>
        </pc:graphicFrameChg>
        <pc:graphicFrameChg chg="add del mod modGraphic">
          <ac:chgData name="Shawaiz Haider" userId="73759997-8785-4279-9505-1c935aae7e63" providerId="ADAL" clId="{96FB20CA-24F3-4F0C-A792-6B3F0C199DE9}" dt="2026-05-13T09:40:04.211" v="3990" actId="478"/>
          <ac:graphicFrameMkLst>
            <pc:docMk/>
            <pc:sldMk cId="2310008981" sldId="263"/>
            <ac:graphicFrameMk id="12" creationId="{10B56501-8A90-384C-0846-E84DB72A8B9D}"/>
          </ac:graphicFrameMkLst>
        </pc:graphicFrameChg>
        <pc:graphicFrameChg chg="add mod">
          <ac:chgData name="Shawaiz Haider" userId="73759997-8785-4279-9505-1c935aae7e63" providerId="ADAL" clId="{96FB20CA-24F3-4F0C-A792-6B3F0C199DE9}" dt="2026-05-13T09:39:58.695" v="3989"/>
          <ac:graphicFrameMkLst>
            <pc:docMk/>
            <pc:sldMk cId="2310008981" sldId="263"/>
            <ac:graphicFrameMk id="13" creationId="{84A8D411-8D3D-E9DB-628A-EEE853AF45A1}"/>
          </ac:graphicFrameMkLst>
        </pc:graphicFrameChg>
        <pc:graphicFrameChg chg="add mod modGraphic">
          <ac:chgData name="Shawaiz Haider" userId="73759997-8785-4279-9505-1c935aae7e63" providerId="ADAL" clId="{96FB20CA-24F3-4F0C-A792-6B3F0C199DE9}" dt="2026-05-13T09:40:24.272" v="3994" actId="14100"/>
          <ac:graphicFrameMkLst>
            <pc:docMk/>
            <pc:sldMk cId="2310008981" sldId="263"/>
            <ac:graphicFrameMk id="14" creationId="{D73B6CE3-8B5F-B1DE-6ED6-4C7051361A3B}"/>
          </ac:graphicFrameMkLst>
        </pc:graphicFrameChg>
      </pc:sldChg>
      <pc:sldChg chg="addSp delSp modSp new mod">
        <pc:chgData name="Shawaiz Haider" userId="73759997-8785-4279-9505-1c935aae7e63" providerId="ADAL" clId="{96FB20CA-24F3-4F0C-A792-6B3F0C199DE9}" dt="2026-05-13T10:02:43.150" v="4287" actId="20577"/>
        <pc:sldMkLst>
          <pc:docMk/>
          <pc:sldMk cId="4042674883" sldId="264"/>
        </pc:sldMkLst>
        <pc:spChg chg="del">
          <ac:chgData name="Shawaiz Haider" userId="73759997-8785-4279-9505-1c935aae7e63" providerId="ADAL" clId="{96FB20CA-24F3-4F0C-A792-6B3F0C199DE9}" dt="2026-05-13T09:33:48.582" v="3970" actId="478"/>
          <ac:spMkLst>
            <pc:docMk/>
            <pc:sldMk cId="4042674883" sldId="264"/>
            <ac:spMk id="2" creationId="{21044555-6FF1-EF79-C8D1-CBF2A47579BB}"/>
          </ac:spMkLst>
        </pc:spChg>
        <pc:spChg chg="del">
          <ac:chgData name="Shawaiz Haider" userId="73759997-8785-4279-9505-1c935aae7e63" providerId="ADAL" clId="{96FB20CA-24F3-4F0C-A792-6B3F0C199DE9}" dt="2026-05-13T09:33:50.458" v="3971" actId="478"/>
          <ac:spMkLst>
            <pc:docMk/>
            <pc:sldMk cId="4042674883" sldId="264"/>
            <ac:spMk id="3" creationId="{7ACB408B-3927-58B0-6452-2AD9118B6965}"/>
          </ac:spMkLst>
        </pc:spChg>
        <pc:spChg chg="add del mod">
          <ac:chgData name="Shawaiz Haider" userId="73759997-8785-4279-9505-1c935aae7e63" providerId="ADAL" clId="{96FB20CA-24F3-4F0C-A792-6B3F0C199DE9}" dt="2026-05-13T10:02:39.858" v="4284" actId="478"/>
          <ac:spMkLst>
            <pc:docMk/>
            <pc:sldMk cId="4042674883" sldId="264"/>
            <ac:spMk id="4" creationId="{1926FA91-8207-A096-77F8-55FCD55926B9}"/>
          </ac:spMkLst>
        </pc:spChg>
        <pc:spChg chg="add mod">
          <ac:chgData name="Shawaiz Haider" userId="73759997-8785-4279-9505-1c935aae7e63" providerId="ADAL" clId="{96FB20CA-24F3-4F0C-A792-6B3F0C199DE9}" dt="2026-05-13T10:00:52.684" v="4238" actId="20577"/>
          <ac:spMkLst>
            <pc:docMk/>
            <pc:sldMk cId="4042674883" sldId="264"/>
            <ac:spMk id="6" creationId="{55002221-D9A2-3BBC-16BE-6EB54E357870}"/>
          </ac:spMkLst>
        </pc:spChg>
        <pc:spChg chg="add">
          <ac:chgData name="Shawaiz Haider" userId="73759997-8785-4279-9505-1c935aae7e63" providerId="ADAL" clId="{96FB20CA-24F3-4F0C-A792-6B3F0C199DE9}" dt="2026-05-13T09:45:28.257" v="3999"/>
          <ac:spMkLst>
            <pc:docMk/>
            <pc:sldMk cId="4042674883" sldId="264"/>
            <ac:spMk id="9" creationId="{FBB8FBFF-43C5-5DA4-DE94-DB1BDD32537E}"/>
          </ac:spMkLst>
        </pc:spChg>
        <pc:spChg chg="add mod">
          <ac:chgData name="Shawaiz Haider" userId="73759997-8785-4279-9505-1c935aae7e63" providerId="ADAL" clId="{96FB20CA-24F3-4F0C-A792-6B3F0C199DE9}" dt="2026-05-13T09:45:39.296" v="4003"/>
          <ac:spMkLst>
            <pc:docMk/>
            <pc:sldMk cId="4042674883" sldId="264"/>
            <ac:spMk id="10" creationId="{DF723629-3B2F-61FD-653A-2E3C5281F5A8}"/>
          </ac:spMkLst>
        </pc:spChg>
        <pc:spChg chg="add mod">
          <ac:chgData name="Shawaiz Haider" userId="73759997-8785-4279-9505-1c935aae7e63" providerId="ADAL" clId="{96FB20CA-24F3-4F0C-A792-6B3F0C199DE9}" dt="2026-05-13T09:45:38.973" v="4002"/>
          <ac:spMkLst>
            <pc:docMk/>
            <pc:sldMk cId="4042674883" sldId="264"/>
            <ac:spMk id="11" creationId="{C9C76B2F-E2BE-E210-903A-DA13B8A0A50F}"/>
          </ac:spMkLst>
        </pc:spChg>
        <pc:spChg chg="add mod">
          <ac:chgData name="Shawaiz Haider" userId="73759997-8785-4279-9505-1c935aae7e63" providerId="ADAL" clId="{96FB20CA-24F3-4F0C-A792-6B3F0C199DE9}" dt="2026-05-13T09:45:44.245" v="4005"/>
          <ac:spMkLst>
            <pc:docMk/>
            <pc:sldMk cId="4042674883" sldId="264"/>
            <ac:spMk id="12" creationId="{A7FCD12D-C42E-F3D8-74EB-03C781CC2286}"/>
          </ac:spMkLst>
        </pc:spChg>
        <pc:spChg chg="add del mod">
          <ac:chgData name="Shawaiz Haider" userId="73759997-8785-4279-9505-1c935aae7e63" providerId="ADAL" clId="{96FB20CA-24F3-4F0C-A792-6B3F0C199DE9}" dt="2026-05-13T09:45:58.554" v="4008" actId="478"/>
          <ac:spMkLst>
            <pc:docMk/>
            <pc:sldMk cId="4042674883" sldId="264"/>
            <ac:spMk id="13" creationId="{DFD5DC87-D3BF-F739-CC8E-047588E82A2E}"/>
          </ac:spMkLst>
        </pc:spChg>
        <pc:spChg chg="add del mod">
          <ac:chgData name="Shawaiz Haider" userId="73759997-8785-4279-9505-1c935aae7e63" providerId="ADAL" clId="{96FB20CA-24F3-4F0C-A792-6B3F0C199DE9}" dt="2026-05-13T09:46:03.676" v="4010" actId="478"/>
          <ac:spMkLst>
            <pc:docMk/>
            <pc:sldMk cId="4042674883" sldId="264"/>
            <ac:spMk id="14" creationId="{9A516C79-6F8B-3B97-65EF-026C51B760F7}"/>
          </ac:spMkLst>
        </pc:spChg>
        <pc:spChg chg="mod">
          <ac:chgData name="Shawaiz Haider" userId="73759997-8785-4279-9505-1c935aae7e63" providerId="ADAL" clId="{96FB20CA-24F3-4F0C-A792-6B3F0C199DE9}" dt="2026-05-13T10:02:40.558" v="4285"/>
          <ac:spMkLst>
            <pc:docMk/>
            <pc:sldMk cId="4042674883" sldId="264"/>
            <ac:spMk id="16" creationId="{2D0E799C-02F0-8160-34C7-A772E48F6DC4}"/>
          </ac:spMkLst>
        </pc:spChg>
        <pc:spChg chg="mod">
          <ac:chgData name="Shawaiz Haider" userId="73759997-8785-4279-9505-1c935aae7e63" providerId="ADAL" clId="{96FB20CA-24F3-4F0C-A792-6B3F0C199DE9}" dt="2026-05-13T10:02:43.150" v="4287" actId="20577"/>
          <ac:spMkLst>
            <pc:docMk/>
            <pc:sldMk cId="4042674883" sldId="264"/>
            <ac:spMk id="17" creationId="{45BBC9EA-9888-A429-E91B-3FE1CBF3A7AC}"/>
          </ac:spMkLst>
        </pc:spChg>
        <pc:grpChg chg="add mod">
          <ac:chgData name="Shawaiz Haider" userId="73759997-8785-4279-9505-1c935aae7e63" providerId="ADAL" clId="{96FB20CA-24F3-4F0C-A792-6B3F0C199DE9}" dt="2026-05-13T10:02:40.558" v="4285"/>
          <ac:grpSpMkLst>
            <pc:docMk/>
            <pc:sldMk cId="4042674883" sldId="264"/>
            <ac:grpSpMk id="15" creationId="{1AB12223-09A8-4B5A-CA08-069DC409B0AD}"/>
          </ac:grpSpMkLst>
        </pc:grpChg>
        <pc:picChg chg="add mod">
          <ac:chgData name="Shawaiz Haider" userId="73759997-8785-4279-9505-1c935aae7e63" providerId="ADAL" clId="{96FB20CA-24F3-4F0C-A792-6B3F0C199DE9}" dt="2026-05-13T09:39:10.531" v="3988" actId="1076"/>
          <ac:picMkLst>
            <pc:docMk/>
            <pc:sldMk cId="4042674883" sldId="264"/>
            <ac:picMk id="8" creationId="{D70E21FF-4774-DE83-1354-648B21B40CFB}"/>
          </ac:picMkLst>
        </pc:picChg>
      </pc:sldChg>
      <pc:sldChg chg="addSp delSp modSp new mod ord">
        <pc:chgData name="Shawaiz Haider" userId="73759997-8785-4279-9505-1c935aae7e63" providerId="ADAL" clId="{96FB20CA-24F3-4F0C-A792-6B3F0C199DE9}" dt="2026-05-13T10:16:51.127" v="5179" actId="1076"/>
        <pc:sldMkLst>
          <pc:docMk/>
          <pc:sldMk cId="1773547349" sldId="265"/>
        </pc:sldMkLst>
        <pc:spChg chg="del">
          <ac:chgData name="Shawaiz Haider" userId="73759997-8785-4279-9505-1c935aae7e63" providerId="ADAL" clId="{96FB20CA-24F3-4F0C-A792-6B3F0C199DE9}" dt="2026-05-13T09:47:35.749" v="4063" actId="478"/>
          <ac:spMkLst>
            <pc:docMk/>
            <pc:sldMk cId="1773547349" sldId="265"/>
            <ac:spMk id="2" creationId="{F941B342-B380-DD94-7CA3-E045C412AC14}"/>
          </ac:spMkLst>
        </pc:spChg>
        <pc:spChg chg="del">
          <ac:chgData name="Shawaiz Haider" userId="73759997-8785-4279-9505-1c935aae7e63" providerId="ADAL" clId="{96FB20CA-24F3-4F0C-A792-6B3F0C199DE9}" dt="2026-05-13T09:47:37.677" v="4064" actId="478"/>
          <ac:spMkLst>
            <pc:docMk/>
            <pc:sldMk cId="1773547349" sldId="265"/>
            <ac:spMk id="3" creationId="{1F4E7369-2E45-DC09-89B5-2C4D3A5A3288}"/>
          </ac:spMkLst>
        </pc:spChg>
        <pc:spChg chg="add mod">
          <ac:chgData name="Shawaiz Haider" userId="73759997-8785-4279-9505-1c935aae7e63" providerId="ADAL" clId="{96FB20CA-24F3-4F0C-A792-6B3F0C199DE9}" dt="2026-05-13T10:16:51.127" v="5179" actId="1076"/>
          <ac:spMkLst>
            <pc:docMk/>
            <pc:sldMk cId="1773547349" sldId="265"/>
            <ac:spMk id="4" creationId="{359118A0-85EB-F1AF-EDCF-A5B90E972E8B}"/>
          </ac:spMkLst>
        </pc:spChg>
      </pc:sldChg>
      <pc:sldChg chg="addSp delSp modSp new mod">
        <pc:chgData name="Shawaiz Haider" userId="73759997-8785-4279-9505-1c935aae7e63" providerId="ADAL" clId="{96FB20CA-24F3-4F0C-A792-6B3F0C199DE9}" dt="2026-05-13T10:10:22.494" v="4841" actId="1076"/>
        <pc:sldMkLst>
          <pc:docMk/>
          <pc:sldMk cId="2654200151" sldId="266"/>
        </pc:sldMkLst>
        <pc:spChg chg="del">
          <ac:chgData name="Shawaiz Haider" userId="73759997-8785-4279-9505-1c935aae7e63" providerId="ADAL" clId="{96FB20CA-24F3-4F0C-A792-6B3F0C199DE9}" dt="2026-05-13T10:01:11.675" v="4240" actId="478"/>
          <ac:spMkLst>
            <pc:docMk/>
            <pc:sldMk cId="2654200151" sldId="266"/>
            <ac:spMk id="2" creationId="{38C5B123-2F8B-C7A8-0FB7-D3DDB79BB97F}"/>
          </ac:spMkLst>
        </pc:spChg>
        <pc:spChg chg="del">
          <ac:chgData name="Shawaiz Haider" userId="73759997-8785-4279-9505-1c935aae7e63" providerId="ADAL" clId="{96FB20CA-24F3-4F0C-A792-6B3F0C199DE9}" dt="2026-05-13T10:01:14.763" v="4241" actId="478"/>
          <ac:spMkLst>
            <pc:docMk/>
            <pc:sldMk cId="2654200151" sldId="266"/>
            <ac:spMk id="3" creationId="{997AA60A-AE4A-A74F-1A61-A9CC93DD05EF}"/>
          </ac:spMkLst>
        </pc:spChg>
        <pc:spChg chg="add del mod">
          <ac:chgData name="Shawaiz Haider" userId="73759997-8785-4279-9505-1c935aae7e63" providerId="ADAL" clId="{96FB20CA-24F3-4F0C-A792-6B3F0C199DE9}" dt="2026-05-13T10:02:29.503" v="4283" actId="478"/>
          <ac:spMkLst>
            <pc:docMk/>
            <pc:sldMk cId="2654200151" sldId="266"/>
            <ac:spMk id="4" creationId="{21254AE1-5C76-F1F1-92C2-499E8BD4E28B}"/>
          </ac:spMkLst>
        </pc:spChg>
        <pc:spChg chg="mod">
          <ac:chgData name="Shawaiz Haider" userId="73759997-8785-4279-9505-1c935aae7e63" providerId="ADAL" clId="{96FB20CA-24F3-4F0C-A792-6B3F0C199DE9}" dt="2026-05-13T10:03:29.540" v="4325" actId="207"/>
          <ac:spMkLst>
            <pc:docMk/>
            <pc:sldMk cId="2654200151" sldId="266"/>
            <ac:spMk id="6" creationId="{2A36AEC0-8C2D-6668-677E-6E46515C55D5}"/>
          </ac:spMkLst>
        </pc:spChg>
        <pc:spChg chg="mod">
          <ac:chgData name="Shawaiz Haider" userId="73759997-8785-4279-9505-1c935aae7e63" providerId="ADAL" clId="{96FB20CA-24F3-4F0C-A792-6B3F0C199DE9}" dt="2026-05-13T10:03:29.540" v="4325" actId="207"/>
          <ac:spMkLst>
            <pc:docMk/>
            <pc:sldMk cId="2654200151" sldId="266"/>
            <ac:spMk id="7" creationId="{3E23471B-CA73-8CAF-22E6-7C2EA12B891D}"/>
          </ac:spMkLst>
        </pc:spChg>
        <pc:spChg chg="add del">
          <ac:chgData name="Shawaiz Haider" userId="73759997-8785-4279-9505-1c935aae7e63" providerId="ADAL" clId="{96FB20CA-24F3-4F0C-A792-6B3F0C199DE9}" dt="2026-05-13T10:03:19.322" v="4324" actId="478"/>
          <ac:spMkLst>
            <pc:docMk/>
            <pc:sldMk cId="2654200151" sldId="266"/>
            <ac:spMk id="8" creationId="{5C94701A-2ED4-10E6-ABF7-2A85158411F7}"/>
          </ac:spMkLst>
        </pc:spChg>
        <pc:spChg chg="add mod">
          <ac:chgData name="Shawaiz Haider" userId="73759997-8785-4279-9505-1c935aae7e63" providerId="ADAL" clId="{96FB20CA-24F3-4F0C-A792-6B3F0C199DE9}" dt="2026-05-13T10:08:50.553" v="4837" actId="20577"/>
          <ac:spMkLst>
            <pc:docMk/>
            <pc:sldMk cId="2654200151" sldId="266"/>
            <ac:spMk id="10" creationId="{BD68C7F2-EBB3-BB7A-ED80-B5104F746A03}"/>
          </ac:spMkLst>
        </pc:spChg>
        <pc:grpChg chg="add mod">
          <ac:chgData name="Shawaiz Haider" userId="73759997-8785-4279-9505-1c935aae7e63" providerId="ADAL" clId="{96FB20CA-24F3-4F0C-A792-6B3F0C199DE9}" dt="2026-05-13T10:03:29.540" v="4325" actId="207"/>
          <ac:grpSpMkLst>
            <pc:docMk/>
            <pc:sldMk cId="2654200151" sldId="266"/>
            <ac:grpSpMk id="5" creationId="{13A34F48-41DC-086A-1826-0302B2DF091C}"/>
          </ac:grpSpMkLst>
        </pc:grpChg>
        <pc:picChg chg="add mod">
          <ac:chgData name="Shawaiz Haider" userId="73759997-8785-4279-9505-1c935aae7e63" providerId="ADAL" clId="{96FB20CA-24F3-4F0C-A792-6B3F0C199DE9}" dt="2026-05-13T10:10:22.494" v="4841" actId="1076"/>
          <ac:picMkLst>
            <pc:docMk/>
            <pc:sldMk cId="2654200151" sldId="266"/>
            <ac:picMk id="12" creationId="{34F53F84-391C-9841-BA1A-BB568859E7F0}"/>
          </ac:picMkLst>
        </pc:picChg>
      </pc:sldChg>
      <pc:sldChg chg="addSp delSp modSp new mod">
        <pc:chgData name="Shawaiz Haider" userId="73759997-8785-4279-9505-1c935aae7e63" providerId="ADAL" clId="{96FB20CA-24F3-4F0C-A792-6B3F0C199DE9}" dt="2026-05-13T10:15:33.993" v="5128"/>
        <pc:sldMkLst>
          <pc:docMk/>
          <pc:sldMk cId="3459989697" sldId="267"/>
        </pc:sldMkLst>
        <pc:spChg chg="del">
          <ac:chgData name="Shawaiz Haider" userId="73759997-8785-4279-9505-1c935aae7e63" providerId="ADAL" clId="{96FB20CA-24F3-4F0C-A792-6B3F0C199DE9}" dt="2026-05-13T10:10:57.894" v="4843" actId="478"/>
          <ac:spMkLst>
            <pc:docMk/>
            <pc:sldMk cId="3459989697" sldId="267"/>
            <ac:spMk id="2" creationId="{0759A1B3-46EA-1C46-F9D0-26F5728A8A31}"/>
          </ac:spMkLst>
        </pc:spChg>
        <pc:spChg chg="del">
          <ac:chgData name="Shawaiz Haider" userId="73759997-8785-4279-9505-1c935aae7e63" providerId="ADAL" clId="{96FB20CA-24F3-4F0C-A792-6B3F0C199DE9}" dt="2026-05-13T10:11:00.952" v="4844" actId="478"/>
          <ac:spMkLst>
            <pc:docMk/>
            <pc:sldMk cId="3459989697" sldId="267"/>
            <ac:spMk id="3" creationId="{622A1131-6A4F-C7E3-CDC9-1007BC877188}"/>
          </ac:spMkLst>
        </pc:spChg>
        <pc:spChg chg="mod">
          <ac:chgData name="Shawaiz Haider" userId="73759997-8785-4279-9505-1c935aae7e63" providerId="ADAL" clId="{96FB20CA-24F3-4F0C-A792-6B3F0C199DE9}" dt="2026-05-13T10:11:06.313" v="4845"/>
          <ac:spMkLst>
            <pc:docMk/>
            <pc:sldMk cId="3459989697" sldId="267"/>
            <ac:spMk id="5" creationId="{D5E92900-0E22-34EE-D971-63EC583EA2AC}"/>
          </ac:spMkLst>
        </pc:spChg>
        <pc:spChg chg="mod">
          <ac:chgData name="Shawaiz Haider" userId="73759997-8785-4279-9505-1c935aae7e63" providerId="ADAL" clId="{96FB20CA-24F3-4F0C-A792-6B3F0C199DE9}" dt="2026-05-13T10:11:13.481" v="4860" actId="20577"/>
          <ac:spMkLst>
            <pc:docMk/>
            <pc:sldMk cId="3459989697" sldId="267"/>
            <ac:spMk id="6" creationId="{252B7007-33C7-9C27-E445-BA6C035957A5}"/>
          </ac:spMkLst>
        </pc:spChg>
        <pc:spChg chg="add mod">
          <ac:chgData name="Shawaiz Haider" userId="73759997-8785-4279-9505-1c935aae7e63" providerId="ADAL" clId="{96FB20CA-24F3-4F0C-A792-6B3F0C199DE9}" dt="2026-05-13T10:15:33.993" v="5128"/>
          <ac:spMkLst>
            <pc:docMk/>
            <pc:sldMk cId="3459989697" sldId="267"/>
            <ac:spMk id="8" creationId="{781C5ED9-AC4D-E517-6F64-494F15B463B0}"/>
          </ac:spMkLst>
        </pc:spChg>
        <pc:grpChg chg="add mod">
          <ac:chgData name="Shawaiz Haider" userId="73759997-8785-4279-9505-1c935aae7e63" providerId="ADAL" clId="{96FB20CA-24F3-4F0C-A792-6B3F0C199DE9}" dt="2026-05-13T10:11:06.313" v="4845"/>
          <ac:grpSpMkLst>
            <pc:docMk/>
            <pc:sldMk cId="3459989697" sldId="267"/>
            <ac:grpSpMk id="4" creationId="{41F839FA-0089-1DC2-2C8F-95602A0C6167}"/>
          </ac:grpSpMkLst>
        </pc:grpChg>
      </pc:sldChg>
      <pc:sldChg chg="addSp delSp modSp new mod">
        <pc:chgData name="Shawaiz Haider" userId="73759997-8785-4279-9505-1c935aae7e63" providerId="ADAL" clId="{96FB20CA-24F3-4F0C-A792-6B3F0C199DE9}" dt="2026-05-13T10:15:54.167" v="5140" actId="20577"/>
        <pc:sldMkLst>
          <pc:docMk/>
          <pc:sldMk cId="1669118963" sldId="268"/>
        </pc:sldMkLst>
        <pc:spChg chg="del">
          <ac:chgData name="Shawaiz Haider" userId="73759997-8785-4279-9505-1c935aae7e63" providerId="ADAL" clId="{96FB20CA-24F3-4F0C-A792-6B3F0C199DE9}" dt="2026-05-13T10:12:06.370" v="4877" actId="478"/>
          <ac:spMkLst>
            <pc:docMk/>
            <pc:sldMk cId="1669118963" sldId="268"/>
            <ac:spMk id="2" creationId="{A5D4398A-5B9E-3175-5915-CC1E14D48D49}"/>
          </ac:spMkLst>
        </pc:spChg>
        <pc:spChg chg="del">
          <ac:chgData name="Shawaiz Haider" userId="73759997-8785-4279-9505-1c935aae7e63" providerId="ADAL" clId="{96FB20CA-24F3-4F0C-A792-6B3F0C199DE9}" dt="2026-05-13T10:12:08.220" v="4878" actId="478"/>
          <ac:spMkLst>
            <pc:docMk/>
            <pc:sldMk cId="1669118963" sldId="268"/>
            <ac:spMk id="3" creationId="{031422A2-B917-F447-C8E3-A17EE49C2FDE}"/>
          </ac:spMkLst>
        </pc:spChg>
        <pc:spChg chg="mod">
          <ac:chgData name="Shawaiz Haider" userId="73759997-8785-4279-9505-1c935aae7e63" providerId="ADAL" clId="{96FB20CA-24F3-4F0C-A792-6B3F0C199DE9}" dt="2026-05-13T10:12:21.906" v="4879"/>
          <ac:spMkLst>
            <pc:docMk/>
            <pc:sldMk cId="1669118963" sldId="268"/>
            <ac:spMk id="5" creationId="{75377062-BDC8-1784-AD0B-86ABE40C1F76}"/>
          </ac:spMkLst>
        </pc:spChg>
        <pc:spChg chg="mod">
          <ac:chgData name="Shawaiz Haider" userId="73759997-8785-4279-9505-1c935aae7e63" providerId="ADAL" clId="{96FB20CA-24F3-4F0C-A792-6B3F0C199DE9}" dt="2026-05-13T10:12:33.760" v="4918" actId="20577"/>
          <ac:spMkLst>
            <pc:docMk/>
            <pc:sldMk cId="1669118963" sldId="268"/>
            <ac:spMk id="6" creationId="{854D24B2-BC94-521D-5BE5-65105F697A5E}"/>
          </ac:spMkLst>
        </pc:spChg>
        <pc:spChg chg="add mod">
          <ac:chgData name="Shawaiz Haider" userId="73759997-8785-4279-9505-1c935aae7e63" providerId="ADAL" clId="{96FB20CA-24F3-4F0C-A792-6B3F0C199DE9}" dt="2026-05-13T10:15:54.167" v="5140" actId="20577"/>
          <ac:spMkLst>
            <pc:docMk/>
            <pc:sldMk cId="1669118963" sldId="268"/>
            <ac:spMk id="7" creationId="{485BE89D-1BD5-FEB6-920C-FB3962E8509B}"/>
          </ac:spMkLst>
        </pc:spChg>
        <pc:grpChg chg="add mod">
          <ac:chgData name="Shawaiz Haider" userId="73759997-8785-4279-9505-1c935aae7e63" providerId="ADAL" clId="{96FB20CA-24F3-4F0C-A792-6B3F0C199DE9}" dt="2026-05-13T10:12:21.906" v="4879"/>
          <ac:grpSpMkLst>
            <pc:docMk/>
            <pc:sldMk cId="1669118963" sldId="268"/>
            <ac:grpSpMk id="4" creationId="{CB08D8FB-07FF-2331-860B-54AF4DE2EEB8}"/>
          </ac:grpSpMkLst>
        </pc:grpChg>
      </pc:sldChg>
      <pc:sldChg chg="addSp delSp modSp new mod">
        <pc:chgData name="Shawaiz Haider" userId="73759997-8785-4279-9505-1c935aae7e63" providerId="ADAL" clId="{96FB20CA-24F3-4F0C-A792-6B3F0C199DE9}" dt="2026-05-13T10:17:57.159" v="5217" actId="1076"/>
        <pc:sldMkLst>
          <pc:docMk/>
          <pc:sldMk cId="1514896137" sldId="269"/>
        </pc:sldMkLst>
        <pc:spChg chg="del">
          <ac:chgData name="Shawaiz Haider" userId="73759997-8785-4279-9505-1c935aae7e63" providerId="ADAL" clId="{96FB20CA-24F3-4F0C-A792-6B3F0C199DE9}" dt="2026-05-13T10:16:01.393" v="5142" actId="478"/>
          <ac:spMkLst>
            <pc:docMk/>
            <pc:sldMk cId="1514896137" sldId="269"/>
            <ac:spMk id="2" creationId="{6433E396-A0B6-C87C-8E5C-B3D9B0FB793B}"/>
          </ac:spMkLst>
        </pc:spChg>
        <pc:spChg chg="del">
          <ac:chgData name="Shawaiz Haider" userId="73759997-8785-4279-9505-1c935aae7e63" providerId="ADAL" clId="{96FB20CA-24F3-4F0C-A792-6B3F0C199DE9}" dt="2026-05-13T10:16:03.027" v="5143" actId="478"/>
          <ac:spMkLst>
            <pc:docMk/>
            <pc:sldMk cId="1514896137" sldId="269"/>
            <ac:spMk id="3" creationId="{7DFFE840-E338-660F-D582-FCE7453B95F1}"/>
          </ac:spMkLst>
        </pc:spChg>
        <pc:spChg chg="mod">
          <ac:chgData name="Shawaiz Haider" userId="73759997-8785-4279-9505-1c935aae7e63" providerId="ADAL" clId="{96FB20CA-24F3-4F0C-A792-6B3F0C199DE9}" dt="2026-05-13T10:17:02.942" v="5180"/>
          <ac:spMkLst>
            <pc:docMk/>
            <pc:sldMk cId="1514896137" sldId="269"/>
            <ac:spMk id="5" creationId="{EE10D79F-1F1A-6905-4607-1AE4AC6AA56A}"/>
          </ac:spMkLst>
        </pc:spChg>
        <pc:spChg chg="mod">
          <ac:chgData name="Shawaiz Haider" userId="73759997-8785-4279-9505-1c935aae7e63" providerId="ADAL" clId="{96FB20CA-24F3-4F0C-A792-6B3F0C199DE9}" dt="2026-05-13T10:17:13.475" v="5212" actId="20577"/>
          <ac:spMkLst>
            <pc:docMk/>
            <pc:sldMk cId="1514896137" sldId="269"/>
            <ac:spMk id="6" creationId="{7C84F417-0D56-8DD4-A59C-0CC66902E075}"/>
          </ac:spMkLst>
        </pc:spChg>
        <pc:spChg chg="add mod">
          <ac:chgData name="Shawaiz Haider" userId="73759997-8785-4279-9505-1c935aae7e63" providerId="ADAL" clId="{96FB20CA-24F3-4F0C-A792-6B3F0C199DE9}" dt="2026-05-13T10:17:22.968" v="5214" actId="14100"/>
          <ac:spMkLst>
            <pc:docMk/>
            <pc:sldMk cId="1514896137" sldId="269"/>
            <ac:spMk id="7" creationId="{860BC3C8-DC38-718C-C089-63526FE24B08}"/>
          </ac:spMkLst>
        </pc:spChg>
        <pc:spChg chg="add">
          <ac:chgData name="Shawaiz Haider" userId="73759997-8785-4279-9505-1c935aae7e63" providerId="ADAL" clId="{96FB20CA-24F3-4F0C-A792-6B3F0C199DE9}" dt="2026-05-13T10:17:27.715" v="5215"/>
          <ac:spMkLst>
            <pc:docMk/>
            <pc:sldMk cId="1514896137" sldId="269"/>
            <ac:spMk id="8" creationId="{8076E948-BBC0-E424-86D6-136C2BCFF60F}"/>
          </ac:spMkLst>
        </pc:spChg>
        <pc:grpChg chg="add mod">
          <ac:chgData name="Shawaiz Haider" userId="73759997-8785-4279-9505-1c935aae7e63" providerId="ADAL" clId="{96FB20CA-24F3-4F0C-A792-6B3F0C199DE9}" dt="2026-05-13T10:17:02.942" v="5180"/>
          <ac:grpSpMkLst>
            <pc:docMk/>
            <pc:sldMk cId="1514896137" sldId="269"/>
            <ac:grpSpMk id="4" creationId="{ECBB97FA-4278-17EE-2AB6-BDC9E0F81439}"/>
          </ac:grpSpMkLst>
        </pc:grpChg>
        <pc:picChg chg="add mod">
          <ac:chgData name="Shawaiz Haider" userId="73759997-8785-4279-9505-1c935aae7e63" providerId="ADAL" clId="{96FB20CA-24F3-4F0C-A792-6B3F0C199DE9}" dt="2026-05-13T10:17:57.159" v="5217" actId="1076"/>
          <ac:picMkLst>
            <pc:docMk/>
            <pc:sldMk cId="1514896137" sldId="269"/>
            <ac:picMk id="10" creationId="{CD8CEF4C-F127-AF89-90AB-7ECA74904188}"/>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E02954-12A5-4B5B-A580-6E990CE2ACFD}"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5279FDA0-3415-4276-8B7A-35ED2B82670B}">
      <dgm:prSet/>
      <dgm:spPr/>
      <dgm:t>
        <a:bodyPr/>
        <a:lstStyle/>
        <a:p>
          <a:r>
            <a:rPr lang="en-US" b="1"/>
            <a:t>Objectives</a:t>
          </a:r>
          <a:endParaRPr lang="en-US"/>
        </a:p>
      </dgm:t>
    </dgm:pt>
    <dgm:pt modelId="{9DB6F672-D919-414D-A02F-E2112E103DCD}" type="parTrans" cxnId="{687E301B-266C-48CF-B72E-79548FD90DA6}">
      <dgm:prSet/>
      <dgm:spPr/>
      <dgm:t>
        <a:bodyPr/>
        <a:lstStyle/>
        <a:p>
          <a:endParaRPr lang="en-US"/>
        </a:p>
      </dgm:t>
    </dgm:pt>
    <dgm:pt modelId="{394BBE98-67BB-4401-BE1C-DBFCC2F0FB2E}" type="sibTrans" cxnId="{687E301B-266C-48CF-B72E-79548FD90DA6}">
      <dgm:prSet/>
      <dgm:spPr/>
      <dgm:t>
        <a:bodyPr/>
        <a:lstStyle/>
        <a:p>
          <a:endParaRPr lang="en-US"/>
        </a:p>
      </dgm:t>
    </dgm:pt>
    <dgm:pt modelId="{0F492DBC-82D9-4AFC-97DD-AA15A0ABF2FE}">
      <dgm:prSet/>
      <dgm:spPr/>
      <dgm:t>
        <a:bodyPr/>
        <a:lstStyle/>
        <a:p>
          <a:r>
            <a:rPr lang="en-US" b="1"/>
            <a:t>Overall architecture</a:t>
          </a:r>
          <a:endParaRPr lang="en-US"/>
        </a:p>
      </dgm:t>
    </dgm:pt>
    <dgm:pt modelId="{D9D86FBC-3D73-4B1D-9CE1-55AA9F1E0FEE}" type="parTrans" cxnId="{C90F650D-95A8-4AC6-A370-B8D9EEB298E8}">
      <dgm:prSet/>
      <dgm:spPr/>
      <dgm:t>
        <a:bodyPr/>
        <a:lstStyle/>
        <a:p>
          <a:endParaRPr lang="en-US"/>
        </a:p>
      </dgm:t>
    </dgm:pt>
    <dgm:pt modelId="{BBE3A39B-A413-4AE8-975F-443EA505B54E}" type="sibTrans" cxnId="{C90F650D-95A8-4AC6-A370-B8D9EEB298E8}">
      <dgm:prSet/>
      <dgm:spPr/>
      <dgm:t>
        <a:bodyPr/>
        <a:lstStyle/>
        <a:p>
          <a:endParaRPr lang="en-US"/>
        </a:p>
      </dgm:t>
    </dgm:pt>
    <dgm:pt modelId="{77D4D4F2-0D7E-42F2-83EF-5EA62C0740EA}">
      <dgm:prSet/>
      <dgm:spPr/>
      <dgm:t>
        <a:bodyPr/>
        <a:lstStyle/>
        <a:p>
          <a:r>
            <a:rPr lang="en-US" b="1"/>
            <a:t>PL side</a:t>
          </a:r>
          <a:endParaRPr lang="en-US"/>
        </a:p>
      </dgm:t>
    </dgm:pt>
    <dgm:pt modelId="{093A2571-EDFB-40F5-9D2A-3FF0A6D48077}" type="parTrans" cxnId="{F81C567F-08DE-41B0-A7D0-1DEFB3EDD76E}">
      <dgm:prSet/>
      <dgm:spPr/>
      <dgm:t>
        <a:bodyPr/>
        <a:lstStyle/>
        <a:p>
          <a:endParaRPr lang="en-US"/>
        </a:p>
      </dgm:t>
    </dgm:pt>
    <dgm:pt modelId="{B9F895DC-F78A-4044-81FB-3FB147B81C74}" type="sibTrans" cxnId="{F81C567F-08DE-41B0-A7D0-1DEFB3EDD76E}">
      <dgm:prSet/>
      <dgm:spPr/>
      <dgm:t>
        <a:bodyPr/>
        <a:lstStyle/>
        <a:p>
          <a:endParaRPr lang="en-US"/>
        </a:p>
      </dgm:t>
    </dgm:pt>
    <dgm:pt modelId="{A4243787-D4F5-4C73-B0EA-859A909169BE}">
      <dgm:prSet/>
      <dgm:spPr/>
      <dgm:t>
        <a:bodyPr/>
        <a:lstStyle/>
        <a:p>
          <a:r>
            <a:rPr lang="en-US"/>
            <a:t>Datapath</a:t>
          </a:r>
        </a:p>
      </dgm:t>
    </dgm:pt>
    <dgm:pt modelId="{C6D44046-B1CB-4623-A3F8-B4AB12FA2A90}" type="parTrans" cxnId="{11B40EBA-5FF8-458C-8B12-5A4F2EDFA41D}">
      <dgm:prSet/>
      <dgm:spPr/>
      <dgm:t>
        <a:bodyPr/>
        <a:lstStyle/>
        <a:p>
          <a:endParaRPr lang="en-US"/>
        </a:p>
      </dgm:t>
    </dgm:pt>
    <dgm:pt modelId="{A03A09EE-1E53-4AEF-BE0D-300FBB9DE57A}" type="sibTrans" cxnId="{11B40EBA-5FF8-458C-8B12-5A4F2EDFA41D}">
      <dgm:prSet/>
      <dgm:spPr/>
      <dgm:t>
        <a:bodyPr/>
        <a:lstStyle/>
        <a:p>
          <a:endParaRPr lang="en-US"/>
        </a:p>
      </dgm:t>
    </dgm:pt>
    <dgm:pt modelId="{C06A6CD0-6B69-47D8-A996-10B7E5B09931}">
      <dgm:prSet/>
      <dgm:spPr/>
      <dgm:t>
        <a:bodyPr/>
        <a:lstStyle/>
        <a:p>
          <a:r>
            <a:rPr lang="en-US"/>
            <a:t>Controller</a:t>
          </a:r>
        </a:p>
      </dgm:t>
    </dgm:pt>
    <dgm:pt modelId="{67B47847-BC5D-49E8-9128-E8B1674DA813}" type="parTrans" cxnId="{7C1B797E-5E79-4202-9385-605F9A498177}">
      <dgm:prSet/>
      <dgm:spPr/>
      <dgm:t>
        <a:bodyPr/>
        <a:lstStyle/>
        <a:p>
          <a:endParaRPr lang="en-US"/>
        </a:p>
      </dgm:t>
    </dgm:pt>
    <dgm:pt modelId="{6EB5DB21-1296-40E9-94B6-A5B04BEDB5C7}" type="sibTrans" cxnId="{7C1B797E-5E79-4202-9385-605F9A498177}">
      <dgm:prSet/>
      <dgm:spPr/>
      <dgm:t>
        <a:bodyPr/>
        <a:lstStyle/>
        <a:p>
          <a:endParaRPr lang="en-US"/>
        </a:p>
      </dgm:t>
    </dgm:pt>
    <dgm:pt modelId="{A95A77E1-841D-4C33-BD6C-455C3255AEEC}">
      <dgm:prSet/>
      <dgm:spPr/>
      <dgm:t>
        <a:bodyPr/>
        <a:lstStyle/>
        <a:p>
          <a:r>
            <a:rPr lang="en-US"/>
            <a:t>ADV-7511</a:t>
          </a:r>
        </a:p>
      </dgm:t>
    </dgm:pt>
    <dgm:pt modelId="{0516A1CE-B621-45E3-9386-C6B8383C0B5E}" type="parTrans" cxnId="{BF18943C-167B-4F20-841E-25E93B9C014F}">
      <dgm:prSet/>
      <dgm:spPr/>
      <dgm:t>
        <a:bodyPr/>
        <a:lstStyle/>
        <a:p>
          <a:endParaRPr lang="en-US"/>
        </a:p>
      </dgm:t>
    </dgm:pt>
    <dgm:pt modelId="{B62FE520-EBAB-43BF-BB76-4E1D5555E6BF}" type="sibTrans" cxnId="{BF18943C-167B-4F20-841E-25E93B9C014F}">
      <dgm:prSet/>
      <dgm:spPr/>
      <dgm:t>
        <a:bodyPr/>
        <a:lstStyle/>
        <a:p>
          <a:endParaRPr lang="en-US"/>
        </a:p>
      </dgm:t>
    </dgm:pt>
    <dgm:pt modelId="{950CACC2-4178-4967-9AF8-53335A90CB7B}">
      <dgm:prSet/>
      <dgm:spPr/>
      <dgm:t>
        <a:bodyPr/>
        <a:lstStyle/>
        <a:p>
          <a:r>
            <a:rPr lang="en-US" b="1"/>
            <a:t>PS side</a:t>
          </a:r>
          <a:endParaRPr lang="en-US"/>
        </a:p>
      </dgm:t>
    </dgm:pt>
    <dgm:pt modelId="{8EB9A252-ACB9-4387-9D9F-3F1CAC331542}" type="parTrans" cxnId="{DC61FBAD-4AFB-4EA4-A9D7-B8B483DCBB0E}">
      <dgm:prSet/>
      <dgm:spPr/>
      <dgm:t>
        <a:bodyPr/>
        <a:lstStyle/>
        <a:p>
          <a:endParaRPr lang="en-US"/>
        </a:p>
      </dgm:t>
    </dgm:pt>
    <dgm:pt modelId="{A166AACA-EEBE-417C-90E5-043A9575D011}" type="sibTrans" cxnId="{DC61FBAD-4AFB-4EA4-A9D7-B8B483DCBB0E}">
      <dgm:prSet/>
      <dgm:spPr/>
      <dgm:t>
        <a:bodyPr/>
        <a:lstStyle/>
        <a:p>
          <a:endParaRPr lang="en-US"/>
        </a:p>
      </dgm:t>
    </dgm:pt>
    <dgm:pt modelId="{C079177D-6466-4747-8F14-2E0EF763E443}">
      <dgm:prSet/>
      <dgm:spPr/>
      <dgm:t>
        <a:bodyPr/>
        <a:lstStyle/>
        <a:p>
          <a:r>
            <a:rPr lang="en-US"/>
            <a:t>Architecure</a:t>
          </a:r>
        </a:p>
      </dgm:t>
    </dgm:pt>
    <dgm:pt modelId="{B456A41C-851B-4945-9BC5-55680DD9E9B6}" type="parTrans" cxnId="{56369F0E-F0F1-4959-B1B4-434B59349B69}">
      <dgm:prSet/>
      <dgm:spPr/>
      <dgm:t>
        <a:bodyPr/>
        <a:lstStyle/>
        <a:p>
          <a:endParaRPr lang="en-US"/>
        </a:p>
      </dgm:t>
    </dgm:pt>
    <dgm:pt modelId="{50194B76-763A-4151-8547-3CD1C5579FD2}" type="sibTrans" cxnId="{56369F0E-F0F1-4959-B1B4-434B59349B69}">
      <dgm:prSet/>
      <dgm:spPr/>
      <dgm:t>
        <a:bodyPr/>
        <a:lstStyle/>
        <a:p>
          <a:endParaRPr lang="en-US"/>
        </a:p>
      </dgm:t>
    </dgm:pt>
    <dgm:pt modelId="{40C67D65-D5CE-4CA2-8E12-80297BD53D12}">
      <dgm:prSet/>
      <dgm:spPr/>
      <dgm:t>
        <a:bodyPr/>
        <a:lstStyle/>
        <a:p>
          <a:r>
            <a:rPr lang="en-US"/>
            <a:t>Program Flow</a:t>
          </a:r>
        </a:p>
      </dgm:t>
    </dgm:pt>
    <dgm:pt modelId="{C9AEF624-FC9C-4C0F-A725-809A362366C4}" type="parTrans" cxnId="{DF60DCEB-EAB6-49FB-88A5-A1B2676FB8A4}">
      <dgm:prSet/>
      <dgm:spPr/>
      <dgm:t>
        <a:bodyPr/>
        <a:lstStyle/>
        <a:p>
          <a:endParaRPr lang="en-US"/>
        </a:p>
      </dgm:t>
    </dgm:pt>
    <dgm:pt modelId="{3DB709FA-C850-4FB9-ACEE-429719A5158B}" type="sibTrans" cxnId="{DF60DCEB-EAB6-49FB-88A5-A1B2676FB8A4}">
      <dgm:prSet/>
      <dgm:spPr/>
      <dgm:t>
        <a:bodyPr/>
        <a:lstStyle/>
        <a:p>
          <a:endParaRPr lang="en-US"/>
        </a:p>
      </dgm:t>
    </dgm:pt>
    <dgm:pt modelId="{1675579E-61BE-45AD-BC10-5A33D4E1553B}">
      <dgm:prSet/>
      <dgm:spPr/>
      <dgm:t>
        <a:bodyPr/>
        <a:lstStyle/>
        <a:p>
          <a:r>
            <a:rPr lang="en-US"/>
            <a:t>Clock Domains</a:t>
          </a:r>
        </a:p>
      </dgm:t>
    </dgm:pt>
    <dgm:pt modelId="{2F8AB6B5-9DB4-4B20-8EC1-CF48F3581405}" type="parTrans" cxnId="{6895399F-AC1E-4A37-BA40-D5727CEC704D}">
      <dgm:prSet/>
      <dgm:spPr/>
      <dgm:t>
        <a:bodyPr/>
        <a:lstStyle/>
        <a:p>
          <a:endParaRPr lang="en-US"/>
        </a:p>
      </dgm:t>
    </dgm:pt>
    <dgm:pt modelId="{E3153A55-4E8C-4D56-8595-BDEA91C86782}" type="sibTrans" cxnId="{6895399F-AC1E-4A37-BA40-D5727CEC704D}">
      <dgm:prSet/>
      <dgm:spPr/>
      <dgm:t>
        <a:bodyPr/>
        <a:lstStyle/>
        <a:p>
          <a:endParaRPr lang="en-US"/>
        </a:p>
      </dgm:t>
    </dgm:pt>
    <dgm:pt modelId="{4E49C780-B1EB-413A-877C-15BA89A59D36}">
      <dgm:prSet/>
      <dgm:spPr/>
      <dgm:t>
        <a:bodyPr/>
        <a:lstStyle/>
        <a:p>
          <a:r>
            <a:rPr lang="en-US" b="1"/>
            <a:t>Challenges Faced</a:t>
          </a:r>
          <a:endParaRPr lang="en-US"/>
        </a:p>
      </dgm:t>
    </dgm:pt>
    <dgm:pt modelId="{031E59F1-E69A-4CB0-9627-A8841453D72D}" type="parTrans" cxnId="{4589584C-6F7A-42B2-BF9D-454CFDBB43A9}">
      <dgm:prSet/>
      <dgm:spPr/>
      <dgm:t>
        <a:bodyPr/>
        <a:lstStyle/>
        <a:p>
          <a:endParaRPr lang="en-US"/>
        </a:p>
      </dgm:t>
    </dgm:pt>
    <dgm:pt modelId="{EF168723-94D6-4B9A-A101-99F246E633DB}" type="sibTrans" cxnId="{4589584C-6F7A-42B2-BF9D-454CFDBB43A9}">
      <dgm:prSet/>
      <dgm:spPr/>
      <dgm:t>
        <a:bodyPr/>
        <a:lstStyle/>
        <a:p>
          <a:endParaRPr lang="en-US"/>
        </a:p>
      </dgm:t>
    </dgm:pt>
    <dgm:pt modelId="{711BD07D-FFD2-4701-9C8F-5C96331BF352}">
      <dgm:prSet/>
      <dgm:spPr/>
      <dgm:t>
        <a:bodyPr/>
        <a:lstStyle/>
        <a:p>
          <a:r>
            <a:rPr lang="en-US" b="1"/>
            <a:t>Results</a:t>
          </a:r>
          <a:endParaRPr lang="en-US"/>
        </a:p>
      </dgm:t>
    </dgm:pt>
    <dgm:pt modelId="{7D122F94-F70D-4964-8DDB-BBF1AE832A16}" type="parTrans" cxnId="{4B3FCC9A-94E7-48A7-A3BE-CA0D950D7780}">
      <dgm:prSet/>
      <dgm:spPr/>
      <dgm:t>
        <a:bodyPr/>
        <a:lstStyle/>
        <a:p>
          <a:endParaRPr lang="en-US"/>
        </a:p>
      </dgm:t>
    </dgm:pt>
    <dgm:pt modelId="{C3ABA9CE-F9A6-4E7A-96EC-47752EEC67A6}" type="sibTrans" cxnId="{4B3FCC9A-94E7-48A7-A3BE-CA0D950D7780}">
      <dgm:prSet/>
      <dgm:spPr/>
      <dgm:t>
        <a:bodyPr/>
        <a:lstStyle/>
        <a:p>
          <a:endParaRPr lang="en-US"/>
        </a:p>
      </dgm:t>
    </dgm:pt>
    <dgm:pt modelId="{4C7D7452-316A-4F70-AF27-58EE5676C3BE}">
      <dgm:prSet/>
      <dgm:spPr/>
      <dgm:t>
        <a:bodyPr/>
        <a:lstStyle/>
        <a:p>
          <a:r>
            <a:rPr lang="en-US" b="1"/>
            <a:t>Future Contributions and Conclusion</a:t>
          </a:r>
          <a:endParaRPr lang="en-US"/>
        </a:p>
      </dgm:t>
    </dgm:pt>
    <dgm:pt modelId="{1509A045-24C5-40F7-A05B-5AF8D678D107}" type="parTrans" cxnId="{7268956E-2CB2-45EC-A353-BD93865E0BA7}">
      <dgm:prSet/>
      <dgm:spPr/>
      <dgm:t>
        <a:bodyPr/>
        <a:lstStyle/>
        <a:p>
          <a:endParaRPr lang="en-US"/>
        </a:p>
      </dgm:t>
    </dgm:pt>
    <dgm:pt modelId="{802E3FCB-62C2-4138-9842-EB39AB77798C}" type="sibTrans" cxnId="{7268956E-2CB2-45EC-A353-BD93865E0BA7}">
      <dgm:prSet/>
      <dgm:spPr/>
      <dgm:t>
        <a:bodyPr/>
        <a:lstStyle/>
        <a:p>
          <a:endParaRPr lang="en-US"/>
        </a:p>
      </dgm:t>
    </dgm:pt>
    <dgm:pt modelId="{F29254B1-5CEB-41C4-BD57-E4016569E49A}">
      <dgm:prSet/>
      <dgm:spPr/>
      <dgm:t>
        <a:bodyPr/>
        <a:lstStyle/>
        <a:p>
          <a:r>
            <a:rPr lang="en-US"/>
            <a:t>Performance Analysis</a:t>
          </a:r>
        </a:p>
      </dgm:t>
    </dgm:pt>
    <dgm:pt modelId="{6CA1AD92-A90E-47A2-9222-9EC89E4E07AF}" type="parTrans" cxnId="{B6CAB25A-2CE2-422A-BE54-5768B999F39E}">
      <dgm:prSet/>
      <dgm:spPr/>
      <dgm:t>
        <a:bodyPr/>
        <a:lstStyle/>
        <a:p>
          <a:endParaRPr lang="en-US"/>
        </a:p>
      </dgm:t>
    </dgm:pt>
    <dgm:pt modelId="{7C062F3C-EDE1-4D7C-955A-8774E2CBB237}" type="sibTrans" cxnId="{B6CAB25A-2CE2-422A-BE54-5768B999F39E}">
      <dgm:prSet/>
      <dgm:spPr/>
      <dgm:t>
        <a:bodyPr/>
        <a:lstStyle/>
        <a:p>
          <a:endParaRPr lang="en-US"/>
        </a:p>
      </dgm:t>
    </dgm:pt>
    <dgm:pt modelId="{7EFA90A2-8E82-44AC-8F3A-F8080E409EC0}" type="pres">
      <dgm:prSet presAssocID="{91E02954-12A5-4B5B-A580-6E990CE2ACFD}" presName="linear" presStyleCnt="0">
        <dgm:presLayoutVars>
          <dgm:animLvl val="lvl"/>
          <dgm:resizeHandles val="exact"/>
        </dgm:presLayoutVars>
      </dgm:prSet>
      <dgm:spPr/>
    </dgm:pt>
    <dgm:pt modelId="{209DB94D-7DF1-421A-9CEF-D5FDDF3822D7}" type="pres">
      <dgm:prSet presAssocID="{5279FDA0-3415-4276-8B7A-35ED2B82670B}" presName="parentText" presStyleLbl="node1" presStyleIdx="0" presStyleCnt="8">
        <dgm:presLayoutVars>
          <dgm:chMax val="0"/>
          <dgm:bulletEnabled val="1"/>
        </dgm:presLayoutVars>
      </dgm:prSet>
      <dgm:spPr/>
    </dgm:pt>
    <dgm:pt modelId="{6C4C9B55-7C0B-4C2E-890C-E99FD77D9892}" type="pres">
      <dgm:prSet presAssocID="{394BBE98-67BB-4401-BE1C-DBFCC2F0FB2E}" presName="spacer" presStyleCnt="0"/>
      <dgm:spPr/>
    </dgm:pt>
    <dgm:pt modelId="{99FC11E6-12FE-4180-B62B-AE2DDC95010B}" type="pres">
      <dgm:prSet presAssocID="{0F492DBC-82D9-4AFC-97DD-AA15A0ABF2FE}" presName="parentText" presStyleLbl="node1" presStyleIdx="1" presStyleCnt="8">
        <dgm:presLayoutVars>
          <dgm:chMax val="0"/>
          <dgm:bulletEnabled val="1"/>
        </dgm:presLayoutVars>
      </dgm:prSet>
      <dgm:spPr/>
    </dgm:pt>
    <dgm:pt modelId="{F6BD2A60-B000-40D1-A299-F73388B36379}" type="pres">
      <dgm:prSet presAssocID="{BBE3A39B-A413-4AE8-975F-443EA505B54E}" presName="spacer" presStyleCnt="0"/>
      <dgm:spPr/>
    </dgm:pt>
    <dgm:pt modelId="{2A0E583E-DED3-4D3F-A662-26F00424BB92}" type="pres">
      <dgm:prSet presAssocID="{77D4D4F2-0D7E-42F2-83EF-5EA62C0740EA}" presName="parentText" presStyleLbl="node1" presStyleIdx="2" presStyleCnt="8">
        <dgm:presLayoutVars>
          <dgm:chMax val="0"/>
          <dgm:bulletEnabled val="1"/>
        </dgm:presLayoutVars>
      </dgm:prSet>
      <dgm:spPr/>
    </dgm:pt>
    <dgm:pt modelId="{DCBC4D2B-2F6F-4CCC-9A04-2F09DA0E88DC}" type="pres">
      <dgm:prSet presAssocID="{77D4D4F2-0D7E-42F2-83EF-5EA62C0740EA}" presName="childText" presStyleLbl="revTx" presStyleIdx="0" presStyleCnt="2">
        <dgm:presLayoutVars>
          <dgm:bulletEnabled val="1"/>
        </dgm:presLayoutVars>
      </dgm:prSet>
      <dgm:spPr/>
    </dgm:pt>
    <dgm:pt modelId="{F1E5D350-DF0D-453D-B4EA-18E8888807F9}" type="pres">
      <dgm:prSet presAssocID="{950CACC2-4178-4967-9AF8-53335A90CB7B}" presName="parentText" presStyleLbl="node1" presStyleIdx="3" presStyleCnt="8">
        <dgm:presLayoutVars>
          <dgm:chMax val="0"/>
          <dgm:bulletEnabled val="1"/>
        </dgm:presLayoutVars>
      </dgm:prSet>
      <dgm:spPr/>
    </dgm:pt>
    <dgm:pt modelId="{B45D41A9-2230-448E-A6C1-BEE29E24531E}" type="pres">
      <dgm:prSet presAssocID="{950CACC2-4178-4967-9AF8-53335A90CB7B}" presName="childText" presStyleLbl="revTx" presStyleIdx="1" presStyleCnt="2">
        <dgm:presLayoutVars>
          <dgm:bulletEnabled val="1"/>
        </dgm:presLayoutVars>
      </dgm:prSet>
      <dgm:spPr/>
    </dgm:pt>
    <dgm:pt modelId="{8D7D033B-4E2B-4DF9-B14E-66C794E0B98B}" type="pres">
      <dgm:prSet presAssocID="{F29254B1-5CEB-41C4-BD57-E4016569E49A}" presName="parentText" presStyleLbl="node1" presStyleIdx="4" presStyleCnt="8">
        <dgm:presLayoutVars>
          <dgm:chMax val="0"/>
          <dgm:bulletEnabled val="1"/>
        </dgm:presLayoutVars>
      </dgm:prSet>
      <dgm:spPr/>
    </dgm:pt>
    <dgm:pt modelId="{42D5994B-D2A1-4728-8149-8B628271488B}" type="pres">
      <dgm:prSet presAssocID="{7C062F3C-EDE1-4D7C-955A-8774E2CBB237}" presName="spacer" presStyleCnt="0"/>
      <dgm:spPr/>
    </dgm:pt>
    <dgm:pt modelId="{1181BFDA-7D8A-4FA8-AB8E-3A68E27ED427}" type="pres">
      <dgm:prSet presAssocID="{4E49C780-B1EB-413A-877C-15BA89A59D36}" presName="parentText" presStyleLbl="node1" presStyleIdx="5" presStyleCnt="8">
        <dgm:presLayoutVars>
          <dgm:chMax val="0"/>
          <dgm:bulletEnabled val="1"/>
        </dgm:presLayoutVars>
      </dgm:prSet>
      <dgm:spPr/>
    </dgm:pt>
    <dgm:pt modelId="{C5F03145-26A0-4870-9256-36D1960A973B}" type="pres">
      <dgm:prSet presAssocID="{EF168723-94D6-4B9A-A101-99F246E633DB}" presName="spacer" presStyleCnt="0"/>
      <dgm:spPr/>
    </dgm:pt>
    <dgm:pt modelId="{373C5A37-E261-40A9-AB7D-9A645B98789F}" type="pres">
      <dgm:prSet presAssocID="{711BD07D-FFD2-4701-9C8F-5C96331BF352}" presName="parentText" presStyleLbl="node1" presStyleIdx="6" presStyleCnt="8">
        <dgm:presLayoutVars>
          <dgm:chMax val="0"/>
          <dgm:bulletEnabled val="1"/>
        </dgm:presLayoutVars>
      </dgm:prSet>
      <dgm:spPr/>
    </dgm:pt>
    <dgm:pt modelId="{BEE056A3-0539-4974-8A5F-8B4AADF58A14}" type="pres">
      <dgm:prSet presAssocID="{C3ABA9CE-F9A6-4E7A-96EC-47752EEC67A6}" presName="spacer" presStyleCnt="0"/>
      <dgm:spPr/>
    </dgm:pt>
    <dgm:pt modelId="{48A39723-1C74-4A32-B446-F9764F22C002}" type="pres">
      <dgm:prSet presAssocID="{4C7D7452-316A-4F70-AF27-58EE5676C3BE}" presName="parentText" presStyleLbl="node1" presStyleIdx="7" presStyleCnt="8">
        <dgm:presLayoutVars>
          <dgm:chMax val="0"/>
          <dgm:bulletEnabled val="1"/>
        </dgm:presLayoutVars>
      </dgm:prSet>
      <dgm:spPr/>
    </dgm:pt>
  </dgm:ptLst>
  <dgm:cxnLst>
    <dgm:cxn modelId="{C90F650D-95A8-4AC6-A370-B8D9EEB298E8}" srcId="{91E02954-12A5-4B5B-A580-6E990CE2ACFD}" destId="{0F492DBC-82D9-4AFC-97DD-AA15A0ABF2FE}" srcOrd="1" destOrd="0" parTransId="{D9D86FBC-3D73-4B1D-9CE1-55AA9F1E0FEE}" sibTransId="{BBE3A39B-A413-4AE8-975F-443EA505B54E}"/>
    <dgm:cxn modelId="{56369F0E-F0F1-4959-B1B4-434B59349B69}" srcId="{950CACC2-4178-4967-9AF8-53335A90CB7B}" destId="{C079177D-6466-4747-8F14-2E0EF763E443}" srcOrd="0" destOrd="0" parTransId="{B456A41C-851B-4945-9BC5-55680DD9E9B6}" sibTransId="{50194B76-763A-4151-8547-3CD1C5579FD2}"/>
    <dgm:cxn modelId="{9022ED13-9D67-4E7C-8AF7-80A363826EED}" type="presOf" srcId="{C06A6CD0-6B69-47D8-A996-10B7E5B09931}" destId="{DCBC4D2B-2F6F-4CCC-9A04-2F09DA0E88DC}" srcOrd="0" destOrd="1" presId="urn:microsoft.com/office/officeart/2005/8/layout/vList2"/>
    <dgm:cxn modelId="{687E301B-266C-48CF-B72E-79548FD90DA6}" srcId="{91E02954-12A5-4B5B-A580-6E990CE2ACFD}" destId="{5279FDA0-3415-4276-8B7A-35ED2B82670B}" srcOrd="0" destOrd="0" parTransId="{9DB6F672-D919-414D-A02F-E2112E103DCD}" sibTransId="{394BBE98-67BB-4401-BE1C-DBFCC2F0FB2E}"/>
    <dgm:cxn modelId="{407D8131-80FB-4F38-92D6-424FCF25AFA4}" type="presOf" srcId="{A95A77E1-841D-4C33-BD6C-455C3255AEEC}" destId="{DCBC4D2B-2F6F-4CCC-9A04-2F09DA0E88DC}" srcOrd="0" destOrd="2" presId="urn:microsoft.com/office/officeart/2005/8/layout/vList2"/>
    <dgm:cxn modelId="{BF18943C-167B-4F20-841E-25E93B9C014F}" srcId="{77D4D4F2-0D7E-42F2-83EF-5EA62C0740EA}" destId="{A95A77E1-841D-4C33-BD6C-455C3255AEEC}" srcOrd="2" destOrd="0" parTransId="{0516A1CE-B621-45E3-9386-C6B8383C0B5E}" sibTransId="{B62FE520-EBAB-43BF-BB76-4E1D5555E6BF}"/>
    <dgm:cxn modelId="{696CCB5C-C37F-4196-9ADF-EC58E716B669}" type="presOf" srcId="{711BD07D-FFD2-4701-9C8F-5C96331BF352}" destId="{373C5A37-E261-40A9-AB7D-9A645B98789F}" srcOrd="0" destOrd="0" presId="urn:microsoft.com/office/officeart/2005/8/layout/vList2"/>
    <dgm:cxn modelId="{4589584C-6F7A-42B2-BF9D-454CFDBB43A9}" srcId="{91E02954-12A5-4B5B-A580-6E990CE2ACFD}" destId="{4E49C780-B1EB-413A-877C-15BA89A59D36}" srcOrd="5" destOrd="0" parTransId="{031E59F1-E69A-4CB0-9627-A8841453D72D}" sibTransId="{EF168723-94D6-4B9A-A101-99F246E633DB}"/>
    <dgm:cxn modelId="{FF3E426E-E6A3-4F16-90E7-F6E4A9256D09}" type="presOf" srcId="{A4243787-D4F5-4C73-B0EA-859A909169BE}" destId="{DCBC4D2B-2F6F-4CCC-9A04-2F09DA0E88DC}" srcOrd="0" destOrd="0" presId="urn:microsoft.com/office/officeart/2005/8/layout/vList2"/>
    <dgm:cxn modelId="{7268956E-2CB2-45EC-A353-BD93865E0BA7}" srcId="{91E02954-12A5-4B5B-A580-6E990CE2ACFD}" destId="{4C7D7452-316A-4F70-AF27-58EE5676C3BE}" srcOrd="7" destOrd="0" parTransId="{1509A045-24C5-40F7-A05B-5AF8D678D107}" sibTransId="{802E3FCB-62C2-4138-9842-EB39AB77798C}"/>
    <dgm:cxn modelId="{D881E772-4361-45A4-9017-31E22C2F8165}" type="presOf" srcId="{F29254B1-5CEB-41C4-BD57-E4016569E49A}" destId="{8D7D033B-4E2B-4DF9-B14E-66C794E0B98B}" srcOrd="0" destOrd="0" presId="urn:microsoft.com/office/officeart/2005/8/layout/vList2"/>
    <dgm:cxn modelId="{7A31D174-07F1-4BD6-BA21-67BD149EC9EA}" type="presOf" srcId="{950CACC2-4178-4967-9AF8-53335A90CB7B}" destId="{F1E5D350-DF0D-453D-B4EA-18E8888807F9}" srcOrd="0" destOrd="0" presId="urn:microsoft.com/office/officeart/2005/8/layout/vList2"/>
    <dgm:cxn modelId="{B6CAB25A-2CE2-422A-BE54-5768B999F39E}" srcId="{91E02954-12A5-4B5B-A580-6E990CE2ACFD}" destId="{F29254B1-5CEB-41C4-BD57-E4016569E49A}" srcOrd="4" destOrd="0" parTransId="{6CA1AD92-A90E-47A2-9222-9EC89E4E07AF}" sibTransId="{7C062F3C-EDE1-4D7C-955A-8774E2CBB237}"/>
    <dgm:cxn modelId="{7C1B797E-5E79-4202-9385-605F9A498177}" srcId="{77D4D4F2-0D7E-42F2-83EF-5EA62C0740EA}" destId="{C06A6CD0-6B69-47D8-A996-10B7E5B09931}" srcOrd="1" destOrd="0" parTransId="{67B47847-BC5D-49E8-9128-E8B1674DA813}" sibTransId="{6EB5DB21-1296-40E9-94B6-A5B04BEDB5C7}"/>
    <dgm:cxn modelId="{F81C567F-08DE-41B0-A7D0-1DEFB3EDD76E}" srcId="{91E02954-12A5-4B5B-A580-6E990CE2ACFD}" destId="{77D4D4F2-0D7E-42F2-83EF-5EA62C0740EA}" srcOrd="2" destOrd="0" parTransId="{093A2571-EDFB-40F5-9D2A-3FF0A6D48077}" sibTransId="{B9F895DC-F78A-4044-81FB-3FB147B81C74}"/>
    <dgm:cxn modelId="{EB39BB7F-7B78-458D-8D59-E539ADD6231A}" type="presOf" srcId="{4E49C780-B1EB-413A-877C-15BA89A59D36}" destId="{1181BFDA-7D8A-4FA8-AB8E-3A68E27ED427}" srcOrd="0" destOrd="0" presId="urn:microsoft.com/office/officeart/2005/8/layout/vList2"/>
    <dgm:cxn modelId="{AA966883-1F2F-4448-9C30-20427719F8B2}" type="presOf" srcId="{1675579E-61BE-45AD-BC10-5A33D4E1553B}" destId="{B45D41A9-2230-448E-A6C1-BEE29E24531E}" srcOrd="0" destOrd="2" presId="urn:microsoft.com/office/officeart/2005/8/layout/vList2"/>
    <dgm:cxn modelId="{9B56F085-960D-4694-973F-EE1DDD08A307}" type="presOf" srcId="{4C7D7452-316A-4F70-AF27-58EE5676C3BE}" destId="{48A39723-1C74-4A32-B446-F9764F22C002}" srcOrd="0" destOrd="0" presId="urn:microsoft.com/office/officeart/2005/8/layout/vList2"/>
    <dgm:cxn modelId="{4B3FCC9A-94E7-48A7-A3BE-CA0D950D7780}" srcId="{91E02954-12A5-4B5B-A580-6E990CE2ACFD}" destId="{711BD07D-FFD2-4701-9C8F-5C96331BF352}" srcOrd="6" destOrd="0" parTransId="{7D122F94-F70D-4964-8DDB-BBF1AE832A16}" sibTransId="{C3ABA9CE-F9A6-4E7A-96EC-47752EEC67A6}"/>
    <dgm:cxn modelId="{6895399F-AC1E-4A37-BA40-D5727CEC704D}" srcId="{950CACC2-4178-4967-9AF8-53335A90CB7B}" destId="{1675579E-61BE-45AD-BC10-5A33D4E1553B}" srcOrd="2" destOrd="0" parTransId="{2F8AB6B5-9DB4-4B20-8EC1-CF48F3581405}" sibTransId="{E3153A55-4E8C-4D56-8595-BDEA91C86782}"/>
    <dgm:cxn modelId="{DC61FBAD-4AFB-4EA4-A9D7-B8B483DCBB0E}" srcId="{91E02954-12A5-4B5B-A580-6E990CE2ACFD}" destId="{950CACC2-4178-4967-9AF8-53335A90CB7B}" srcOrd="3" destOrd="0" parTransId="{8EB9A252-ACB9-4387-9D9F-3F1CAC331542}" sibTransId="{A166AACA-EEBE-417C-90E5-043A9575D011}"/>
    <dgm:cxn modelId="{11B40EBA-5FF8-458C-8B12-5A4F2EDFA41D}" srcId="{77D4D4F2-0D7E-42F2-83EF-5EA62C0740EA}" destId="{A4243787-D4F5-4C73-B0EA-859A909169BE}" srcOrd="0" destOrd="0" parTransId="{C6D44046-B1CB-4623-A3F8-B4AB12FA2A90}" sibTransId="{A03A09EE-1E53-4AEF-BE0D-300FBB9DE57A}"/>
    <dgm:cxn modelId="{7E7B5FBA-021C-42A3-9F61-E3434FB420BA}" type="presOf" srcId="{C079177D-6466-4747-8F14-2E0EF763E443}" destId="{B45D41A9-2230-448E-A6C1-BEE29E24531E}" srcOrd="0" destOrd="0" presId="urn:microsoft.com/office/officeart/2005/8/layout/vList2"/>
    <dgm:cxn modelId="{FC5189BF-EB9F-43BF-B585-937E489DA994}" type="presOf" srcId="{91E02954-12A5-4B5B-A580-6E990CE2ACFD}" destId="{7EFA90A2-8E82-44AC-8F3A-F8080E409EC0}" srcOrd="0" destOrd="0" presId="urn:microsoft.com/office/officeart/2005/8/layout/vList2"/>
    <dgm:cxn modelId="{5B0EAAC8-EB3B-4B6D-80A9-36C0F5799B86}" type="presOf" srcId="{77D4D4F2-0D7E-42F2-83EF-5EA62C0740EA}" destId="{2A0E583E-DED3-4D3F-A662-26F00424BB92}" srcOrd="0" destOrd="0" presId="urn:microsoft.com/office/officeart/2005/8/layout/vList2"/>
    <dgm:cxn modelId="{D9205FDF-2C34-4B11-A4AC-B70A0108741C}" type="presOf" srcId="{40C67D65-D5CE-4CA2-8E12-80297BD53D12}" destId="{B45D41A9-2230-448E-A6C1-BEE29E24531E}" srcOrd="0" destOrd="1" presId="urn:microsoft.com/office/officeart/2005/8/layout/vList2"/>
    <dgm:cxn modelId="{C28E85EB-5C8F-445A-A219-CAB0603638C8}" type="presOf" srcId="{5279FDA0-3415-4276-8B7A-35ED2B82670B}" destId="{209DB94D-7DF1-421A-9CEF-D5FDDF3822D7}" srcOrd="0" destOrd="0" presId="urn:microsoft.com/office/officeart/2005/8/layout/vList2"/>
    <dgm:cxn modelId="{DF60DCEB-EAB6-49FB-88A5-A1B2676FB8A4}" srcId="{950CACC2-4178-4967-9AF8-53335A90CB7B}" destId="{40C67D65-D5CE-4CA2-8E12-80297BD53D12}" srcOrd="1" destOrd="0" parTransId="{C9AEF624-FC9C-4C0F-A725-809A362366C4}" sibTransId="{3DB709FA-C850-4FB9-ACEE-429719A5158B}"/>
    <dgm:cxn modelId="{3F6D78F5-E687-4832-9A5F-6FAB68B4C54B}" type="presOf" srcId="{0F492DBC-82D9-4AFC-97DD-AA15A0ABF2FE}" destId="{99FC11E6-12FE-4180-B62B-AE2DDC95010B}" srcOrd="0" destOrd="0" presId="urn:microsoft.com/office/officeart/2005/8/layout/vList2"/>
    <dgm:cxn modelId="{2074C7E7-3A68-4F83-8389-64DDBECC3711}" type="presParOf" srcId="{7EFA90A2-8E82-44AC-8F3A-F8080E409EC0}" destId="{209DB94D-7DF1-421A-9CEF-D5FDDF3822D7}" srcOrd="0" destOrd="0" presId="urn:microsoft.com/office/officeart/2005/8/layout/vList2"/>
    <dgm:cxn modelId="{891505F5-776A-46C5-876E-F6E718948A51}" type="presParOf" srcId="{7EFA90A2-8E82-44AC-8F3A-F8080E409EC0}" destId="{6C4C9B55-7C0B-4C2E-890C-E99FD77D9892}" srcOrd="1" destOrd="0" presId="urn:microsoft.com/office/officeart/2005/8/layout/vList2"/>
    <dgm:cxn modelId="{E70A6ED6-CDB7-41BF-906A-66BFA143EC26}" type="presParOf" srcId="{7EFA90A2-8E82-44AC-8F3A-F8080E409EC0}" destId="{99FC11E6-12FE-4180-B62B-AE2DDC95010B}" srcOrd="2" destOrd="0" presId="urn:microsoft.com/office/officeart/2005/8/layout/vList2"/>
    <dgm:cxn modelId="{85422E5A-0BB2-43C3-81E2-46A9E9394AF6}" type="presParOf" srcId="{7EFA90A2-8E82-44AC-8F3A-F8080E409EC0}" destId="{F6BD2A60-B000-40D1-A299-F73388B36379}" srcOrd="3" destOrd="0" presId="urn:microsoft.com/office/officeart/2005/8/layout/vList2"/>
    <dgm:cxn modelId="{65843154-4B7B-479A-9A9B-647B114891AD}" type="presParOf" srcId="{7EFA90A2-8E82-44AC-8F3A-F8080E409EC0}" destId="{2A0E583E-DED3-4D3F-A662-26F00424BB92}" srcOrd="4" destOrd="0" presId="urn:microsoft.com/office/officeart/2005/8/layout/vList2"/>
    <dgm:cxn modelId="{4929A459-FC95-4C4D-806D-59F513626ADB}" type="presParOf" srcId="{7EFA90A2-8E82-44AC-8F3A-F8080E409EC0}" destId="{DCBC4D2B-2F6F-4CCC-9A04-2F09DA0E88DC}" srcOrd="5" destOrd="0" presId="urn:microsoft.com/office/officeart/2005/8/layout/vList2"/>
    <dgm:cxn modelId="{46366F3C-05F4-4F94-A99C-62E242205FD6}" type="presParOf" srcId="{7EFA90A2-8E82-44AC-8F3A-F8080E409EC0}" destId="{F1E5D350-DF0D-453D-B4EA-18E8888807F9}" srcOrd="6" destOrd="0" presId="urn:microsoft.com/office/officeart/2005/8/layout/vList2"/>
    <dgm:cxn modelId="{5D7D22D7-217A-4B53-9CD9-98F33FCC32C0}" type="presParOf" srcId="{7EFA90A2-8E82-44AC-8F3A-F8080E409EC0}" destId="{B45D41A9-2230-448E-A6C1-BEE29E24531E}" srcOrd="7" destOrd="0" presId="urn:microsoft.com/office/officeart/2005/8/layout/vList2"/>
    <dgm:cxn modelId="{E257E1D7-596B-4B1B-B938-BA011F35F4E8}" type="presParOf" srcId="{7EFA90A2-8E82-44AC-8F3A-F8080E409EC0}" destId="{8D7D033B-4E2B-4DF9-B14E-66C794E0B98B}" srcOrd="8" destOrd="0" presId="urn:microsoft.com/office/officeart/2005/8/layout/vList2"/>
    <dgm:cxn modelId="{AB5E556E-6DFB-4CC4-ADE9-846E67E1E95B}" type="presParOf" srcId="{7EFA90A2-8E82-44AC-8F3A-F8080E409EC0}" destId="{42D5994B-D2A1-4728-8149-8B628271488B}" srcOrd="9" destOrd="0" presId="urn:microsoft.com/office/officeart/2005/8/layout/vList2"/>
    <dgm:cxn modelId="{F1DC139D-5207-4AAA-9C3D-EE60E4752ED1}" type="presParOf" srcId="{7EFA90A2-8E82-44AC-8F3A-F8080E409EC0}" destId="{1181BFDA-7D8A-4FA8-AB8E-3A68E27ED427}" srcOrd="10" destOrd="0" presId="urn:microsoft.com/office/officeart/2005/8/layout/vList2"/>
    <dgm:cxn modelId="{2F3F202C-4692-40EB-8A26-518CBE0E3FBB}" type="presParOf" srcId="{7EFA90A2-8E82-44AC-8F3A-F8080E409EC0}" destId="{C5F03145-26A0-4870-9256-36D1960A973B}" srcOrd="11" destOrd="0" presId="urn:microsoft.com/office/officeart/2005/8/layout/vList2"/>
    <dgm:cxn modelId="{814C0AD6-AFEB-4CA0-9BDF-3F2DC4E6BD42}" type="presParOf" srcId="{7EFA90A2-8E82-44AC-8F3A-F8080E409EC0}" destId="{373C5A37-E261-40A9-AB7D-9A645B98789F}" srcOrd="12" destOrd="0" presId="urn:microsoft.com/office/officeart/2005/8/layout/vList2"/>
    <dgm:cxn modelId="{9520D3CB-4EB5-4FB8-85D4-6254D2773418}" type="presParOf" srcId="{7EFA90A2-8E82-44AC-8F3A-F8080E409EC0}" destId="{BEE056A3-0539-4974-8A5F-8B4AADF58A14}" srcOrd="13" destOrd="0" presId="urn:microsoft.com/office/officeart/2005/8/layout/vList2"/>
    <dgm:cxn modelId="{0B4EC2B1-EDDA-403D-9D0F-A28479EB7304}" type="presParOf" srcId="{7EFA90A2-8E82-44AC-8F3A-F8080E409EC0}" destId="{48A39723-1C74-4A32-B446-F9764F22C002}"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0C03D28-424D-49D3-83AE-9AA078EC858A}"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B5B45733-61D0-4329-9E03-324309D0E7C1}">
      <dgm:prSet/>
      <dgm:spPr/>
      <dgm:t>
        <a:bodyPr/>
        <a:lstStyle/>
        <a:p>
          <a:r>
            <a:rPr lang="en-US" b="1"/>
            <a:t>1 – Objectives</a:t>
          </a:r>
          <a:endParaRPr lang="en-US"/>
        </a:p>
      </dgm:t>
    </dgm:pt>
    <dgm:pt modelId="{6B3FA5B5-C0F9-408A-B840-940CE7A90728}" type="parTrans" cxnId="{8292CBFA-8015-4B7E-9CEE-F3584D0C283F}">
      <dgm:prSet/>
      <dgm:spPr/>
      <dgm:t>
        <a:bodyPr/>
        <a:lstStyle/>
        <a:p>
          <a:endParaRPr lang="en-US"/>
        </a:p>
      </dgm:t>
    </dgm:pt>
    <dgm:pt modelId="{5EE54648-C1DB-42F6-B455-AD4F1DDF8EAB}" type="sibTrans" cxnId="{8292CBFA-8015-4B7E-9CEE-F3584D0C283F}">
      <dgm:prSet/>
      <dgm:spPr/>
      <dgm:t>
        <a:bodyPr/>
        <a:lstStyle/>
        <a:p>
          <a:endParaRPr lang="en-US"/>
        </a:p>
      </dgm:t>
    </dgm:pt>
    <dgm:pt modelId="{32EAAE7C-6ED8-4675-83D3-BA352D5FBB21}">
      <dgm:prSet/>
      <dgm:spPr/>
      <dgm:t>
        <a:bodyPr/>
        <a:lstStyle/>
        <a:p>
          <a:r>
            <a:rPr lang="en-US"/>
            <a:t>To design a general-purpose, programmable SIMD GPU architecture</a:t>
          </a:r>
        </a:p>
      </dgm:t>
    </dgm:pt>
    <dgm:pt modelId="{97276870-CD9A-4BF4-A716-BC08F741A26A}" type="parTrans" cxnId="{C54A38A3-5AAD-4956-8BE4-3FEA7137B563}">
      <dgm:prSet/>
      <dgm:spPr/>
      <dgm:t>
        <a:bodyPr/>
        <a:lstStyle/>
        <a:p>
          <a:endParaRPr lang="en-US"/>
        </a:p>
      </dgm:t>
    </dgm:pt>
    <dgm:pt modelId="{D1E85547-7A50-480A-A306-854D5B6B4070}" type="sibTrans" cxnId="{C54A38A3-5AAD-4956-8BE4-3FEA7137B563}">
      <dgm:prSet/>
      <dgm:spPr/>
      <dgm:t>
        <a:bodyPr/>
        <a:lstStyle/>
        <a:p>
          <a:endParaRPr lang="en-US"/>
        </a:p>
      </dgm:t>
    </dgm:pt>
    <dgm:pt modelId="{8EC89B82-7900-42BC-9CAD-3B4AC72518A4}">
      <dgm:prSet/>
      <dgm:spPr/>
      <dgm:t>
        <a:bodyPr/>
        <a:lstStyle/>
        <a:p>
          <a:r>
            <a:rPr lang="en-US"/>
            <a:t>To achieve 32x parallelism with 32-bit fixed point precision</a:t>
          </a:r>
        </a:p>
      </dgm:t>
    </dgm:pt>
    <dgm:pt modelId="{7E69A584-2B85-4567-8BCA-35ABB23AAFDE}" type="parTrans" cxnId="{00033116-4B5E-4ADA-B386-A8D588118ABC}">
      <dgm:prSet/>
      <dgm:spPr/>
      <dgm:t>
        <a:bodyPr/>
        <a:lstStyle/>
        <a:p>
          <a:endParaRPr lang="en-US"/>
        </a:p>
      </dgm:t>
    </dgm:pt>
    <dgm:pt modelId="{20820017-390B-4359-8313-4230A535A11F}" type="sibTrans" cxnId="{00033116-4B5E-4ADA-B386-A8D588118ABC}">
      <dgm:prSet/>
      <dgm:spPr/>
      <dgm:t>
        <a:bodyPr/>
        <a:lstStyle/>
        <a:p>
          <a:endParaRPr lang="en-US"/>
        </a:p>
      </dgm:t>
    </dgm:pt>
    <dgm:pt modelId="{8BCB9BB4-CE72-4BD8-B10B-5662F3963CFB}">
      <dgm:prSet/>
      <dgm:spPr/>
      <dgm:t>
        <a:bodyPr/>
        <a:lstStyle/>
        <a:p>
          <a:r>
            <a:rPr lang="en-US"/>
            <a:t>To design a custom 32-bit ISA to control the GPU</a:t>
          </a:r>
        </a:p>
      </dgm:t>
    </dgm:pt>
    <dgm:pt modelId="{8DDE698D-1128-4612-8A57-A58ED2F3BD0F}" type="parTrans" cxnId="{A9ABF695-5EB5-4465-AEF1-95DF300F6838}">
      <dgm:prSet/>
      <dgm:spPr/>
      <dgm:t>
        <a:bodyPr/>
        <a:lstStyle/>
        <a:p>
          <a:endParaRPr lang="en-US"/>
        </a:p>
      </dgm:t>
    </dgm:pt>
    <dgm:pt modelId="{7E342E0B-5709-40D5-8C1E-EC8F6889767C}" type="sibTrans" cxnId="{A9ABF695-5EB5-4465-AEF1-95DF300F6838}">
      <dgm:prSet/>
      <dgm:spPr/>
      <dgm:t>
        <a:bodyPr/>
        <a:lstStyle/>
        <a:p>
          <a:endParaRPr lang="en-US"/>
        </a:p>
      </dgm:t>
    </dgm:pt>
    <dgm:pt modelId="{FE261D39-BFC9-4DA5-82C8-34A3F84969E7}">
      <dgm:prSet/>
      <dgm:spPr/>
      <dgm:t>
        <a:bodyPr/>
        <a:lstStyle/>
        <a:p>
          <a:r>
            <a:rPr lang="en-US"/>
            <a:t>To design AV (Audio, Video) pipeline capable of playing raw HD (1280x720) video at 25 FPS</a:t>
          </a:r>
        </a:p>
      </dgm:t>
    </dgm:pt>
    <dgm:pt modelId="{A0273D83-58C8-4A7F-9E8C-A431E64B14DC}" type="parTrans" cxnId="{BC4E8329-8528-4BCE-873A-42D860587F52}">
      <dgm:prSet/>
      <dgm:spPr/>
      <dgm:t>
        <a:bodyPr/>
        <a:lstStyle/>
        <a:p>
          <a:endParaRPr lang="en-US"/>
        </a:p>
      </dgm:t>
    </dgm:pt>
    <dgm:pt modelId="{A3A81C38-6EC0-4E65-AA37-91DE92D720A0}" type="sibTrans" cxnId="{BC4E8329-8528-4BCE-873A-42D860587F52}">
      <dgm:prSet/>
      <dgm:spPr/>
      <dgm:t>
        <a:bodyPr/>
        <a:lstStyle/>
        <a:p>
          <a:endParaRPr lang="en-US"/>
        </a:p>
      </dgm:t>
    </dgm:pt>
    <dgm:pt modelId="{85893A91-CA14-4B9A-9DF2-ADFBC2C50B4B}" type="pres">
      <dgm:prSet presAssocID="{B0C03D28-424D-49D3-83AE-9AA078EC858A}" presName="linear" presStyleCnt="0">
        <dgm:presLayoutVars>
          <dgm:animLvl val="lvl"/>
          <dgm:resizeHandles val="exact"/>
        </dgm:presLayoutVars>
      </dgm:prSet>
      <dgm:spPr/>
    </dgm:pt>
    <dgm:pt modelId="{592EC57D-7DE0-4761-A29A-4D44B4B9FC13}" type="pres">
      <dgm:prSet presAssocID="{B5B45733-61D0-4329-9E03-324309D0E7C1}" presName="parentText" presStyleLbl="node1" presStyleIdx="0" presStyleCnt="1">
        <dgm:presLayoutVars>
          <dgm:chMax val="0"/>
          <dgm:bulletEnabled val="1"/>
        </dgm:presLayoutVars>
      </dgm:prSet>
      <dgm:spPr/>
    </dgm:pt>
    <dgm:pt modelId="{AD12C543-329C-4C3F-B629-349990FBA84C}" type="pres">
      <dgm:prSet presAssocID="{B5B45733-61D0-4329-9E03-324309D0E7C1}" presName="childText" presStyleLbl="revTx" presStyleIdx="0" presStyleCnt="1">
        <dgm:presLayoutVars>
          <dgm:bulletEnabled val="1"/>
        </dgm:presLayoutVars>
      </dgm:prSet>
      <dgm:spPr/>
    </dgm:pt>
  </dgm:ptLst>
  <dgm:cxnLst>
    <dgm:cxn modelId="{A3FF6B05-66EB-4F95-915B-286699EC8D6B}" type="presOf" srcId="{FE261D39-BFC9-4DA5-82C8-34A3F84969E7}" destId="{AD12C543-329C-4C3F-B629-349990FBA84C}" srcOrd="0" destOrd="3" presId="urn:microsoft.com/office/officeart/2005/8/layout/vList2"/>
    <dgm:cxn modelId="{00033116-4B5E-4ADA-B386-A8D588118ABC}" srcId="{B5B45733-61D0-4329-9E03-324309D0E7C1}" destId="{8EC89B82-7900-42BC-9CAD-3B4AC72518A4}" srcOrd="1" destOrd="0" parTransId="{7E69A584-2B85-4567-8BCA-35ABB23AAFDE}" sibTransId="{20820017-390B-4359-8313-4230A535A11F}"/>
    <dgm:cxn modelId="{BC4E8329-8528-4BCE-873A-42D860587F52}" srcId="{B5B45733-61D0-4329-9E03-324309D0E7C1}" destId="{FE261D39-BFC9-4DA5-82C8-34A3F84969E7}" srcOrd="3" destOrd="0" parTransId="{A0273D83-58C8-4A7F-9E8C-A431E64B14DC}" sibTransId="{A3A81C38-6EC0-4E65-AA37-91DE92D720A0}"/>
    <dgm:cxn modelId="{EA2A0764-52F9-4AA1-9F68-CAB52A6101B0}" type="presOf" srcId="{32EAAE7C-6ED8-4675-83D3-BA352D5FBB21}" destId="{AD12C543-329C-4C3F-B629-349990FBA84C}" srcOrd="0" destOrd="0" presId="urn:microsoft.com/office/officeart/2005/8/layout/vList2"/>
    <dgm:cxn modelId="{A9ABF695-5EB5-4465-AEF1-95DF300F6838}" srcId="{B5B45733-61D0-4329-9E03-324309D0E7C1}" destId="{8BCB9BB4-CE72-4BD8-B10B-5662F3963CFB}" srcOrd="2" destOrd="0" parTransId="{8DDE698D-1128-4612-8A57-A58ED2F3BD0F}" sibTransId="{7E342E0B-5709-40D5-8C1E-EC8F6889767C}"/>
    <dgm:cxn modelId="{CA1AF39A-00E8-4D22-A409-D6F19CE59DFA}" type="presOf" srcId="{8BCB9BB4-CE72-4BD8-B10B-5662F3963CFB}" destId="{AD12C543-329C-4C3F-B629-349990FBA84C}" srcOrd="0" destOrd="2" presId="urn:microsoft.com/office/officeart/2005/8/layout/vList2"/>
    <dgm:cxn modelId="{C54A38A3-5AAD-4956-8BE4-3FEA7137B563}" srcId="{B5B45733-61D0-4329-9E03-324309D0E7C1}" destId="{32EAAE7C-6ED8-4675-83D3-BA352D5FBB21}" srcOrd="0" destOrd="0" parTransId="{97276870-CD9A-4BF4-A716-BC08F741A26A}" sibTransId="{D1E85547-7A50-480A-A306-854D5B6B4070}"/>
    <dgm:cxn modelId="{8CB5D8E4-3FFB-47E4-A14D-A1EA163501DB}" type="presOf" srcId="{B0C03D28-424D-49D3-83AE-9AA078EC858A}" destId="{85893A91-CA14-4B9A-9DF2-ADFBC2C50B4B}" srcOrd="0" destOrd="0" presId="urn:microsoft.com/office/officeart/2005/8/layout/vList2"/>
    <dgm:cxn modelId="{A24A01EB-EA1B-4CB6-BE53-AC2E4528453C}" type="presOf" srcId="{B5B45733-61D0-4329-9E03-324309D0E7C1}" destId="{592EC57D-7DE0-4761-A29A-4D44B4B9FC13}" srcOrd="0" destOrd="0" presId="urn:microsoft.com/office/officeart/2005/8/layout/vList2"/>
    <dgm:cxn modelId="{065F8DF0-B954-4D4F-8514-996ED6EA7BF6}" type="presOf" srcId="{8EC89B82-7900-42BC-9CAD-3B4AC72518A4}" destId="{AD12C543-329C-4C3F-B629-349990FBA84C}" srcOrd="0" destOrd="1" presId="urn:microsoft.com/office/officeart/2005/8/layout/vList2"/>
    <dgm:cxn modelId="{8292CBFA-8015-4B7E-9CEE-F3584D0C283F}" srcId="{B0C03D28-424D-49D3-83AE-9AA078EC858A}" destId="{B5B45733-61D0-4329-9E03-324309D0E7C1}" srcOrd="0" destOrd="0" parTransId="{6B3FA5B5-C0F9-408A-B840-940CE7A90728}" sibTransId="{5EE54648-C1DB-42F6-B455-AD4F1DDF8EAB}"/>
    <dgm:cxn modelId="{DF71CFC0-0935-467E-BB27-091F999DC94B}" type="presParOf" srcId="{85893A91-CA14-4B9A-9DF2-ADFBC2C50B4B}" destId="{592EC57D-7DE0-4761-A29A-4D44B4B9FC13}" srcOrd="0" destOrd="0" presId="urn:microsoft.com/office/officeart/2005/8/layout/vList2"/>
    <dgm:cxn modelId="{C7918040-2228-430B-A461-4D5F7DD89907}" type="presParOf" srcId="{85893A91-CA14-4B9A-9DF2-ADFBC2C50B4B}" destId="{AD12C543-329C-4C3F-B629-349990FBA84C}"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9DB94D-7DF1-421A-9CEF-D5FDDF3822D7}">
      <dsp:nvSpPr>
        <dsp:cNvPr id="0" name=""/>
        <dsp:cNvSpPr/>
      </dsp:nvSpPr>
      <dsp:spPr>
        <a:xfrm>
          <a:off x="0" y="6083"/>
          <a:ext cx="5257800" cy="455715"/>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Objectives</a:t>
          </a:r>
          <a:endParaRPr lang="en-US" sz="1900" kern="1200"/>
        </a:p>
      </dsp:txBody>
      <dsp:txXfrm>
        <a:off x="22246" y="28329"/>
        <a:ext cx="5213308" cy="411223"/>
      </dsp:txXfrm>
    </dsp:sp>
    <dsp:sp modelId="{99FC11E6-12FE-4180-B62B-AE2DDC95010B}">
      <dsp:nvSpPr>
        <dsp:cNvPr id="0" name=""/>
        <dsp:cNvSpPr/>
      </dsp:nvSpPr>
      <dsp:spPr>
        <a:xfrm>
          <a:off x="0" y="516518"/>
          <a:ext cx="5257800" cy="455715"/>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Overall architecture</a:t>
          </a:r>
          <a:endParaRPr lang="en-US" sz="1900" kern="1200"/>
        </a:p>
      </dsp:txBody>
      <dsp:txXfrm>
        <a:off x="22246" y="538764"/>
        <a:ext cx="5213308" cy="411223"/>
      </dsp:txXfrm>
    </dsp:sp>
    <dsp:sp modelId="{2A0E583E-DED3-4D3F-A662-26F00424BB92}">
      <dsp:nvSpPr>
        <dsp:cNvPr id="0" name=""/>
        <dsp:cNvSpPr/>
      </dsp:nvSpPr>
      <dsp:spPr>
        <a:xfrm>
          <a:off x="0" y="1026953"/>
          <a:ext cx="5257800" cy="455715"/>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PL side</a:t>
          </a:r>
          <a:endParaRPr lang="en-US" sz="1900" kern="1200"/>
        </a:p>
      </dsp:txBody>
      <dsp:txXfrm>
        <a:off x="22246" y="1049199"/>
        <a:ext cx="5213308" cy="411223"/>
      </dsp:txXfrm>
    </dsp:sp>
    <dsp:sp modelId="{DCBC4D2B-2F6F-4CCC-9A04-2F09DA0E88DC}">
      <dsp:nvSpPr>
        <dsp:cNvPr id="0" name=""/>
        <dsp:cNvSpPr/>
      </dsp:nvSpPr>
      <dsp:spPr>
        <a:xfrm>
          <a:off x="0" y="1482668"/>
          <a:ext cx="5257800"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935"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a:t>Datapath</a:t>
          </a:r>
        </a:p>
        <a:p>
          <a:pPr marL="114300" lvl="1" indent="-114300" algn="l" defTabSz="666750">
            <a:lnSpc>
              <a:spcPct val="90000"/>
            </a:lnSpc>
            <a:spcBef>
              <a:spcPct val="0"/>
            </a:spcBef>
            <a:spcAft>
              <a:spcPct val="20000"/>
            </a:spcAft>
            <a:buChar char="•"/>
          </a:pPr>
          <a:r>
            <a:rPr lang="en-US" sz="1500" kern="1200"/>
            <a:t>Controller</a:t>
          </a:r>
        </a:p>
        <a:p>
          <a:pPr marL="114300" lvl="1" indent="-114300" algn="l" defTabSz="666750">
            <a:lnSpc>
              <a:spcPct val="90000"/>
            </a:lnSpc>
            <a:spcBef>
              <a:spcPct val="0"/>
            </a:spcBef>
            <a:spcAft>
              <a:spcPct val="20000"/>
            </a:spcAft>
            <a:buChar char="•"/>
          </a:pPr>
          <a:r>
            <a:rPr lang="en-US" sz="1500" kern="1200"/>
            <a:t>ADV-7511</a:t>
          </a:r>
        </a:p>
      </dsp:txBody>
      <dsp:txXfrm>
        <a:off x="0" y="1482668"/>
        <a:ext cx="5257800" cy="786599"/>
      </dsp:txXfrm>
    </dsp:sp>
    <dsp:sp modelId="{F1E5D350-DF0D-453D-B4EA-18E8888807F9}">
      <dsp:nvSpPr>
        <dsp:cNvPr id="0" name=""/>
        <dsp:cNvSpPr/>
      </dsp:nvSpPr>
      <dsp:spPr>
        <a:xfrm>
          <a:off x="0" y="2269268"/>
          <a:ext cx="5257800" cy="45571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PS side</a:t>
          </a:r>
          <a:endParaRPr lang="en-US" sz="1900" kern="1200"/>
        </a:p>
      </dsp:txBody>
      <dsp:txXfrm>
        <a:off x="22246" y="2291514"/>
        <a:ext cx="5213308" cy="411223"/>
      </dsp:txXfrm>
    </dsp:sp>
    <dsp:sp modelId="{B45D41A9-2230-448E-A6C1-BEE29E24531E}">
      <dsp:nvSpPr>
        <dsp:cNvPr id="0" name=""/>
        <dsp:cNvSpPr/>
      </dsp:nvSpPr>
      <dsp:spPr>
        <a:xfrm>
          <a:off x="0" y="2724983"/>
          <a:ext cx="5257800"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935"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a:t>Architecure</a:t>
          </a:r>
        </a:p>
        <a:p>
          <a:pPr marL="114300" lvl="1" indent="-114300" algn="l" defTabSz="666750">
            <a:lnSpc>
              <a:spcPct val="90000"/>
            </a:lnSpc>
            <a:spcBef>
              <a:spcPct val="0"/>
            </a:spcBef>
            <a:spcAft>
              <a:spcPct val="20000"/>
            </a:spcAft>
            <a:buChar char="•"/>
          </a:pPr>
          <a:r>
            <a:rPr lang="en-US" sz="1500" kern="1200"/>
            <a:t>Program Flow</a:t>
          </a:r>
        </a:p>
        <a:p>
          <a:pPr marL="114300" lvl="1" indent="-114300" algn="l" defTabSz="666750">
            <a:lnSpc>
              <a:spcPct val="90000"/>
            </a:lnSpc>
            <a:spcBef>
              <a:spcPct val="0"/>
            </a:spcBef>
            <a:spcAft>
              <a:spcPct val="20000"/>
            </a:spcAft>
            <a:buChar char="•"/>
          </a:pPr>
          <a:r>
            <a:rPr lang="en-US" sz="1500" kern="1200"/>
            <a:t>Clock Domains</a:t>
          </a:r>
        </a:p>
      </dsp:txBody>
      <dsp:txXfrm>
        <a:off x="0" y="2724983"/>
        <a:ext cx="5257800" cy="786599"/>
      </dsp:txXfrm>
    </dsp:sp>
    <dsp:sp modelId="{8D7D033B-4E2B-4DF9-B14E-66C794E0B98B}">
      <dsp:nvSpPr>
        <dsp:cNvPr id="0" name=""/>
        <dsp:cNvSpPr/>
      </dsp:nvSpPr>
      <dsp:spPr>
        <a:xfrm>
          <a:off x="0" y="3511583"/>
          <a:ext cx="5257800" cy="455715"/>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Performance Analysis</a:t>
          </a:r>
        </a:p>
      </dsp:txBody>
      <dsp:txXfrm>
        <a:off x="22246" y="3533829"/>
        <a:ext cx="5213308" cy="411223"/>
      </dsp:txXfrm>
    </dsp:sp>
    <dsp:sp modelId="{1181BFDA-7D8A-4FA8-AB8E-3A68E27ED427}">
      <dsp:nvSpPr>
        <dsp:cNvPr id="0" name=""/>
        <dsp:cNvSpPr/>
      </dsp:nvSpPr>
      <dsp:spPr>
        <a:xfrm>
          <a:off x="0" y="4022018"/>
          <a:ext cx="5257800" cy="455715"/>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Challenges Faced</a:t>
          </a:r>
          <a:endParaRPr lang="en-US" sz="1900" kern="1200"/>
        </a:p>
      </dsp:txBody>
      <dsp:txXfrm>
        <a:off x="22246" y="4044264"/>
        <a:ext cx="5213308" cy="411223"/>
      </dsp:txXfrm>
    </dsp:sp>
    <dsp:sp modelId="{373C5A37-E261-40A9-AB7D-9A645B98789F}">
      <dsp:nvSpPr>
        <dsp:cNvPr id="0" name=""/>
        <dsp:cNvSpPr/>
      </dsp:nvSpPr>
      <dsp:spPr>
        <a:xfrm>
          <a:off x="0" y="4532453"/>
          <a:ext cx="5257800" cy="455715"/>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Results</a:t>
          </a:r>
          <a:endParaRPr lang="en-US" sz="1900" kern="1200"/>
        </a:p>
      </dsp:txBody>
      <dsp:txXfrm>
        <a:off x="22246" y="4554699"/>
        <a:ext cx="5213308" cy="411223"/>
      </dsp:txXfrm>
    </dsp:sp>
    <dsp:sp modelId="{48A39723-1C74-4A32-B446-F9764F22C002}">
      <dsp:nvSpPr>
        <dsp:cNvPr id="0" name=""/>
        <dsp:cNvSpPr/>
      </dsp:nvSpPr>
      <dsp:spPr>
        <a:xfrm>
          <a:off x="0" y="5042888"/>
          <a:ext cx="5257800" cy="455715"/>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Future Contributions and Conclusion</a:t>
          </a:r>
          <a:endParaRPr lang="en-US" sz="1900" kern="1200"/>
        </a:p>
      </dsp:txBody>
      <dsp:txXfrm>
        <a:off x="22246" y="5065134"/>
        <a:ext cx="5213308" cy="4112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2EC57D-7DE0-4761-A29A-4D44B4B9FC13}">
      <dsp:nvSpPr>
        <dsp:cNvPr id="0" name=""/>
        <dsp:cNvSpPr/>
      </dsp:nvSpPr>
      <dsp:spPr>
        <a:xfrm>
          <a:off x="0" y="270160"/>
          <a:ext cx="10820400" cy="117935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kern="1200"/>
            <a:t>1 – Objectives</a:t>
          </a:r>
          <a:endParaRPr lang="en-US" sz="4800" kern="1200"/>
        </a:p>
      </dsp:txBody>
      <dsp:txXfrm>
        <a:off x="57572" y="327732"/>
        <a:ext cx="10705256" cy="1064215"/>
      </dsp:txXfrm>
    </dsp:sp>
    <dsp:sp modelId="{AD12C543-329C-4C3F-B629-349990FBA84C}">
      <dsp:nvSpPr>
        <dsp:cNvPr id="0" name=""/>
        <dsp:cNvSpPr/>
      </dsp:nvSpPr>
      <dsp:spPr>
        <a:xfrm>
          <a:off x="0" y="1449519"/>
          <a:ext cx="10820400" cy="4173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3548" tIns="60960" rIns="341376" bIns="60960" numCol="1" spcCol="1270" anchor="t" anchorCtr="0">
          <a:noAutofit/>
        </a:bodyPr>
        <a:lstStyle/>
        <a:p>
          <a:pPr marL="285750" lvl="1" indent="-285750" algn="l" defTabSz="1644650">
            <a:lnSpc>
              <a:spcPct val="90000"/>
            </a:lnSpc>
            <a:spcBef>
              <a:spcPct val="0"/>
            </a:spcBef>
            <a:spcAft>
              <a:spcPct val="20000"/>
            </a:spcAft>
            <a:buChar char="•"/>
          </a:pPr>
          <a:r>
            <a:rPr lang="en-US" sz="3700" kern="1200"/>
            <a:t>To design a general-purpose, programmable SIMD GPU architecture</a:t>
          </a:r>
        </a:p>
        <a:p>
          <a:pPr marL="285750" lvl="1" indent="-285750" algn="l" defTabSz="1644650">
            <a:lnSpc>
              <a:spcPct val="90000"/>
            </a:lnSpc>
            <a:spcBef>
              <a:spcPct val="0"/>
            </a:spcBef>
            <a:spcAft>
              <a:spcPct val="20000"/>
            </a:spcAft>
            <a:buChar char="•"/>
          </a:pPr>
          <a:r>
            <a:rPr lang="en-US" sz="3700" kern="1200"/>
            <a:t>To achieve 32x parallelism with 32-bit fixed point precision</a:t>
          </a:r>
        </a:p>
        <a:p>
          <a:pPr marL="285750" lvl="1" indent="-285750" algn="l" defTabSz="1644650">
            <a:lnSpc>
              <a:spcPct val="90000"/>
            </a:lnSpc>
            <a:spcBef>
              <a:spcPct val="0"/>
            </a:spcBef>
            <a:spcAft>
              <a:spcPct val="20000"/>
            </a:spcAft>
            <a:buChar char="•"/>
          </a:pPr>
          <a:r>
            <a:rPr lang="en-US" sz="3700" kern="1200"/>
            <a:t>To design a custom 32-bit ISA to control the GPU</a:t>
          </a:r>
        </a:p>
        <a:p>
          <a:pPr marL="285750" lvl="1" indent="-285750" algn="l" defTabSz="1644650">
            <a:lnSpc>
              <a:spcPct val="90000"/>
            </a:lnSpc>
            <a:spcBef>
              <a:spcPct val="0"/>
            </a:spcBef>
            <a:spcAft>
              <a:spcPct val="20000"/>
            </a:spcAft>
            <a:buChar char="•"/>
          </a:pPr>
          <a:r>
            <a:rPr lang="en-US" sz="3700" kern="1200"/>
            <a:t>To design AV (Audio, Video) pipeline capable of playing raw HD (1280x720) video at 25 FPS</a:t>
          </a:r>
        </a:p>
      </dsp:txBody>
      <dsp:txXfrm>
        <a:off x="0" y="1449519"/>
        <a:ext cx="10820400" cy="41731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EBF3A-3453-29AB-A599-91F6279FCD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84FD4DAB-0C02-CA8D-8FCB-650BC8F69A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BA1B132D-1235-128B-3E3B-7B3025E92263}"/>
              </a:ext>
            </a:extLst>
          </p:cNvPr>
          <p:cNvSpPr>
            <a:spLocks noGrp="1"/>
          </p:cNvSpPr>
          <p:nvPr>
            <p:ph type="dt" sz="half" idx="10"/>
          </p:nvPr>
        </p:nvSpPr>
        <p:spPr/>
        <p:txBody>
          <a:bodyPr/>
          <a:lstStyle/>
          <a:p>
            <a:fld id="{07818127-BDB5-4BF0-A63C-E0337A914B88}" type="datetimeFigureOut">
              <a:rPr lang="LID4096" smtClean="0"/>
              <a:t>05/13/2026</a:t>
            </a:fld>
            <a:endParaRPr lang="LID4096"/>
          </a:p>
        </p:txBody>
      </p:sp>
      <p:sp>
        <p:nvSpPr>
          <p:cNvPr id="5" name="Footer Placeholder 4">
            <a:extLst>
              <a:ext uri="{FF2B5EF4-FFF2-40B4-BE49-F238E27FC236}">
                <a16:creationId xmlns:a16="http://schemas.microsoft.com/office/drawing/2014/main" id="{208D57FB-D639-3EA2-E75C-2AF6447DFD31}"/>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CCAEAB7E-9784-6E61-EC28-D68C417E503D}"/>
              </a:ext>
            </a:extLst>
          </p:cNvPr>
          <p:cNvSpPr>
            <a:spLocks noGrp="1"/>
          </p:cNvSpPr>
          <p:nvPr>
            <p:ph type="sldNum" sz="quarter" idx="12"/>
          </p:nvPr>
        </p:nvSpPr>
        <p:spPr/>
        <p:txBody>
          <a:bodyPr/>
          <a:lstStyle/>
          <a:p>
            <a:fld id="{EE05EE68-7DEC-4354-BE12-B95DDE87F07B}" type="slidenum">
              <a:rPr lang="LID4096" smtClean="0"/>
              <a:t>‹#›</a:t>
            </a:fld>
            <a:endParaRPr lang="LID4096"/>
          </a:p>
        </p:txBody>
      </p:sp>
    </p:spTree>
    <p:extLst>
      <p:ext uri="{BB962C8B-B14F-4D97-AF65-F5344CB8AC3E}">
        <p14:creationId xmlns:p14="http://schemas.microsoft.com/office/powerpoint/2010/main" val="415182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B19F7-0080-5B84-42B7-8EF1D366E91A}"/>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3181A00F-C29D-7F06-98F7-FDD3DB575A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DC0AA523-943E-6C41-E8C6-B7A013D10510}"/>
              </a:ext>
            </a:extLst>
          </p:cNvPr>
          <p:cNvSpPr>
            <a:spLocks noGrp="1"/>
          </p:cNvSpPr>
          <p:nvPr>
            <p:ph type="dt" sz="half" idx="10"/>
          </p:nvPr>
        </p:nvSpPr>
        <p:spPr/>
        <p:txBody>
          <a:bodyPr/>
          <a:lstStyle/>
          <a:p>
            <a:fld id="{07818127-BDB5-4BF0-A63C-E0337A914B88}" type="datetimeFigureOut">
              <a:rPr lang="LID4096" smtClean="0"/>
              <a:t>05/13/2026</a:t>
            </a:fld>
            <a:endParaRPr lang="LID4096"/>
          </a:p>
        </p:txBody>
      </p:sp>
      <p:sp>
        <p:nvSpPr>
          <p:cNvPr id="5" name="Footer Placeholder 4">
            <a:extLst>
              <a:ext uri="{FF2B5EF4-FFF2-40B4-BE49-F238E27FC236}">
                <a16:creationId xmlns:a16="http://schemas.microsoft.com/office/drawing/2014/main" id="{7D7F2A4E-CD13-F089-D5C3-98A85A802436}"/>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1A252481-2B82-418D-D11D-142AD9C4A9DF}"/>
              </a:ext>
            </a:extLst>
          </p:cNvPr>
          <p:cNvSpPr>
            <a:spLocks noGrp="1"/>
          </p:cNvSpPr>
          <p:nvPr>
            <p:ph type="sldNum" sz="quarter" idx="12"/>
          </p:nvPr>
        </p:nvSpPr>
        <p:spPr/>
        <p:txBody>
          <a:bodyPr/>
          <a:lstStyle/>
          <a:p>
            <a:fld id="{EE05EE68-7DEC-4354-BE12-B95DDE87F07B}" type="slidenum">
              <a:rPr lang="LID4096" smtClean="0"/>
              <a:t>‹#›</a:t>
            </a:fld>
            <a:endParaRPr lang="LID4096"/>
          </a:p>
        </p:txBody>
      </p:sp>
    </p:spTree>
    <p:extLst>
      <p:ext uri="{BB962C8B-B14F-4D97-AF65-F5344CB8AC3E}">
        <p14:creationId xmlns:p14="http://schemas.microsoft.com/office/powerpoint/2010/main" val="3388295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387AE-A1AB-2BB5-4AAF-9188336C1C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87F7F7A6-215A-715A-E1DE-45F5F6FDE2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9DB350-CA1E-B12B-D958-D4F89B00EDD8}"/>
              </a:ext>
            </a:extLst>
          </p:cNvPr>
          <p:cNvSpPr>
            <a:spLocks noGrp="1"/>
          </p:cNvSpPr>
          <p:nvPr>
            <p:ph type="dt" sz="half" idx="10"/>
          </p:nvPr>
        </p:nvSpPr>
        <p:spPr/>
        <p:txBody>
          <a:bodyPr/>
          <a:lstStyle/>
          <a:p>
            <a:fld id="{07818127-BDB5-4BF0-A63C-E0337A914B88}" type="datetimeFigureOut">
              <a:rPr lang="LID4096" smtClean="0"/>
              <a:t>05/13/2026</a:t>
            </a:fld>
            <a:endParaRPr lang="LID4096"/>
          </a:p>
        </p:txBody>
      </p:sp>
      <p:sp>
        <p:nvSpPr>
          <p:cNvPr id="5" name="Footer Placeholder 4">
            <a:extLst>
              <a:ext uri="{FF2B5EF4-FFF2-40B4-BE49-F238E27FC236}">
                <a16:creationId xmlns:a16="http://schemas.microsoft.com/office/drawing/2014/main" id="{BB08E894-A7E8-EF77-1DC4-6F2DC870AB69}"/>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71669F24-1601-7379-1D26-407CC931A965}"/>
              </a:ext>
            </a:extLst>
          </p:cNvPr>
          <p:cNvSpPr>
            <a:spLocks noGrp="1"/>
          </p:cNvSpPr>
          <p:nvPr>
            <p:ph type="sldNum" sz="quarter" idx="12"/>
          </p:nvPr>
        </p:nvSpPr>
        <p:spPr/>
        <p:txBody>
          <a:bodyPr/>
          <a:lstStyle/>
          <a:p>
            <a:fld id="{EE05EE68-7DEC-4354-BE12-B95DDE87F07B}" type="slidenum">
              <a:rPr lang="LID4096" smtClean="0"/>
              <a:t>‹#›</a:t>
            </a:fld>
            <a:endParaRPr lang="LID4096"/>
          </a:p>
        </p:txBody>
      </p:sp>
    </p:spTree>
    <p:extLst>
      <p:ext uri="{BB962C8B-B14F-4D97-AF65-F5344CB8AC3E}">
        <p14:creationId xmlns:p14="http://schemas.microsoft.com/office/powerpoint/2010/main" val="2989615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65019-7529-4633-3A38-8B39889941EE}"/>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D03DFAFC-0C1C-2F46-AD0A-2A0F09FEBA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EE39849A-313F-4D6B-BBC5-B45A0DA522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199643D7-B162-E82A-A093-CC3BF2393B2E}"/>
              </a:ext>
            </a:extLst>
          </p:cNvPr>
          <p:cNvSpPr>
            <a:spLocks noGrp="1"/>
          </p:cNvSpPr>
          <p:nvPr>
            <p:ph type="dt" sz="half" idx="10"/>
          </p:nvPr>
        </p:nvSpPr>
        <p:spPr/>
        <p:txBody>
          <a:bodyPr/>
          <a:lstStyle/>
          <a:p>
            <a:fld id="{07818127-BDB5-4BF0-A63C-E0337A914B88}" type="datetimeFigureOut">
              <a:rPr lang="LID4096" smtClean="0"/>
              <a:t>05/13/2026</a:t>
            </a:fld>
            <a:endParaRPr lang="LID4096"/>
          </a:p>
        </p:txBody>
      </p:sp>
      <p:sp>
        <p:nvSpPr>
          <p:cNvPr id="6" name="Footer Placeholder 5">
            <a:extLst>
              <a:ext uri="{FF2B5EF4-FFF2-40B4-BE49-F238E27FC236}">
                <a16:creationId xmlns:a16="http://schemas.microsoft.com/office/drawing/2014/main" id="{6EF0C68D-5903-5524-8550-DDEA05978BDF}"/>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07477B8B-DF54-1BC2-376A-2CCAFACB6205}"/>
              </a:ext>
            </a:extLst>
          </p:cNvPr>
          <p:cNvSpPr>
            <a:spLocks noGrp="1"/>
          </p:cNvSpPr>
          <p:nvPr>
            <p:ph type="sldNum" sz="quarter" idx="12"/>
          </p:nvPr>
        </p:nvSpPr>
        <p:spPr/>
        <p:txBody>
          <a:bodyPr/>
          <a:lstStyle/>
          <a:p>
            <a:fld id="{EE05EE68-7DEC-4354-BE12-B95DDE87F07B}" type="slidenum">
              <a:rPr lang="LID4096" smtClean="0"/>
              <a:t>‹#›</a:t>
            </a:fld>
            <a:endParaRPr lang="LID4096"/>
          </a:p>
        </p:txBody>
      </p:sp>
    </p:spTree>
    <p:extLst>
      <p:ext uri="{BB962C8B-B14F-4D97-AF65-F5344CB8AC3E}">
        <p14:creationId xmlns:p14="http://schemas.microsoft.com/office/powerpoint/2010/main" val="4289053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03C47-964E-4D1A-816F-B05E6721761A}"/>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0A77FB8E-EED9-6063-39AD-94A66EFB5F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ADB01E-04DC-DAEF-2986-B42B073A86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CE28B796-2300-8B06-C9AB-AB6A1A1DA8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1BDD24-19FB-705C-6BCD-55B855DB78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14F72CE5-7748-1445-7202-88D29C907069}"/>
              </a:ext>
            </a:extLst>
          </p:cNvPr>
          <p:cNvSpPr>
            <a:spLocks noGrp="1"/>
          </p:cNvSpPr>
          <p:nvPr>
            <p:ph type="dt" sz="half" idx="10"/>
          </p:nvPr>
        </p:nvSpPr>
        <p:spPr/>
        <p:txBody>
          <a:bodyPr/>
          <a:lstStyle/>
          <a:p>
            <a:fld id="{07818127-BDB5-4BF0-A63C-E0337A914B88}" type="datetimeFigureOut">
              <a:rPr lang="LID4096" smtClean="0"/>
              <a:t>05/13/2026</a:t>
            </a:fld>
            <a:endParaRPr lang="LID4096"/>
          </a:p>
        </p:txBody>
      </p:sp>
      <p:sp>
        <p:nvSpPr>
          <p:cNvPr id="8" name="Footer Placeholder 7">
            <a:extLst>
              <a:ext uri="{FF2B5EF4-FFF2-40B4-BE49-F238E27FC236}">
                <a16:creationId xmlns:a16="http://schemas.microsoft.com/office/drawing/2014/main" id="{FC23DC78-EC6C-BA83-A52F-062CD51C9AA6}"/>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D7E8A540-9659-8A2A-382C-DE32CE9004D9}"/>
              </a:ext>
            </a:extLst>
          </p:cNvPr>
          <p:cNvSpPr>
            <a:spLocks noGrp="1"/>
          </p:cNvSpPr>
          <p:nvPr>
            <p:ph type="sldNum" sz="quarter" idx="12"/>
          </p:nvPr>
        </p:nvSpPr>
        <p:spPr/>
        <p:txBody>
          <a:bodyPr/>
          <a:lstStyle/>
          <a:p>
            <a:fld id="{EE05EE68-7DEC-4354-BE12-B95DDE87F07B}" type="slidenum">
              <a:rPr lang="LID4096" smtClean="0"/>
              <a:t>‹#›</a:t>
            </a:fld>
            <a:endParaRPr lang="LID4096"/>
          </a:p>
        </p:txBody>
      </p:sp>
    </p:spTree>
    <p:extLst>
      <p:ext uri="{BB962C8B-B14F-4D97-AF65-F5344CB8AC3E}">
        <p14:creationId xmlns:p14="http://schemas.microsoft.com/office/powerpoint/2010/main" val="3167663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66892-9A67-7D8A-1CD4-2373A97FF083}"/>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1A3739DC-807E-8C82-3AEC-A3FC1C3094C5}"/>
              </a:ext>
            </a:extLst>
          </p:cNvPr>
          <p:cNvSpPr>
            <a:spLocks noGrp="1"/>
          </p:cNvSpPr>
          <p:nvPr>
            <p:ph type="dt" sz="half" idx="10"/>
          </p:nvPr>
        </p:nvSpPr>
        <p:spPr/>
        <p:txBody>
          <a:bodyPr/>
          <a:lstStyle/>
          <a:p>
            <a:fld id="{07818127-BDB5-4BF0-A63C-E0337A914B88}" type="datetimeFigureOut">
              <a:rPr lang="LID4096" smtClean="0"/>
              <a:t>05/13/2026</a:t>
            </a:fld>
            <a:endParaRPr lang="LID4096"/>
          </a:p>
        </p:txBody>
      </p:sp>
      <p:sp>
        <p:nvSpPr>
          <p:cNvPr id="4" name="Footer Placeholder 3">
            <a:extLst>
              <a:ext uri="{FF2B5EF4-FFF2-40B4-BE49-F238E27FC236}">
                <a16:creationId xmlns:a16="http://schemas.microsoft.com/office/drawing/2014/main" id="{37354F1E-6107-1C2D-8F4B-52920531FEF1}"/>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D1C40C70-C5C9-9543-2EAC-5214828D71F5}"/>
              </a:ext>
            </a:extLst>
          </p:cNvPr>
          <p:cNvSpPr>
            <a:spLocks noGrp="1"/>
          </p:cNvSpPr>
          <p:nvPr>
            <p:ph type="sldNum" sz="quarter" idx="12"/>
          </p:nvPr>
        </p:nvSpPr>
        <p:spPr/>
        <p:txBody>
          <a:bodyPr/>
          <a:lstStyle/>
          <a:p>
            <a:fld id="{EE05EE68-7DEC-4354-BE12-B95DDE87F07B}" type="slidenum">
              <a:rPr lang="LID4096" smtClean="0"/>
              <a:t>‹#›</a:t>
            </a:fld>
            <a:endParaRPr lang="LID4096"/>
          </a:p>
        </p:txBody>
      </p:sp>
    </p:spTree>
    <p:extLst>
      <p:ext uri="{BB962C8B-B14F-4D97-AF65-F5344CB8AC3E}">
        <p14:creationId xmlns:p14="http://schemas.microsoft.com/office/powerpoint/2010/main" val="313424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7F9F60-7537-9B76-F1FB-6CED521AF1F6}"/>
              </a:ext>
            </a:extLst>
          </p:cNvPr>
          <p:cNvSpPr>
            <a:spLocks noGrp="1"/>
          </p:cNvSpPr>
          <p:nvPr>
            <p:ph type="dt" sz="half" idx="10"/>
          </p:nvPr>
        </p:nvSpPr>
        <p:spPr/>
        <p:txBody>
          <a:bodyPr/>
          <a:lstStyle/>
          <a:p>
            <a:fld id="{07818127-BDB5-4BF0-A63C-E0337A914B88}" type="datetimeFigureOut">
              <a:rPr lang="LID4096" smtClean="0"/>
              <a:t>05/13/2026</a:t>
            </a:fld>
            <a:endParaRPr lang="LID4096"/>
          </a:p>
        </p:txBody>
      </p:sp>
      <p:sp>
        <p:nvSpPr>
          <p:cNvPr id="3" name="Footer Placeholder 2">
            <a:extLst>
              <a:ext uri="{FF2B5EF4-FFF2-40B4-BE49-F238E27FC236}">
                <a16:creationId xmlns:a16="http://schemas.microsoft.com/office/drawing/2014/main" id="{3981083F-13F9-DD07-E493-A389DCB5F85C}"/>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1F354788-8027-0A4C-DB6D-4A1E8C70837A}"/>
              </a:ext>
            </a:extLst>
          </p:cNvPr>
          <p:cNvSpPr>
            <a:spLocks noGrp="1"/>
          </p:cNvSpPr>
          <p:nvPr>
            <p:ph type="sldNum" sz="quarter" idx="12"/>
          </p:nvPr>
        </p:nvSpPr>
        <p:spPr/>
        <p:txBody>
          <a:bodyPr/>
          <a:lstStyle/>
          <a:p>
            <a:fld id="{EE05EE68-7DEC-4354-BE12-B95DDE87F07B}" type="slidenum">
              <a:rPr lang="LID4096" smtClean="0"/>
              <a:t>‹#›</a:t>
            </a:fld>
            <a:endParaRPr lang="LID4096"/>
          </a:p>
        </p:txBody>
      </p:sp>
    </p:spTree>
    <p:extLst>
      <p:ext uri="{BB962C8B-B14F-4D97-AF65-F5344CB8AC3E}">
        <p14:creationId xmlns:p14="http://schemas.microsoft.com/office/powerpoint/2010/main" val="1949727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B6F7A-7CC6-5329-5B9C-C303999D01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F70627BE-37D1-1C53-BB29-707A02F252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2F31F633-9498-D0D8-BD43-CDBD0507F7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8E4801-73AF-A5EA-657D-B3A9EDB05C7F}"/>
              </a:ext>
            </a:extLst>
          </p:cNvPr>
          <p:cNvSpPr>
            <a:spLocks noGrp="1"/>
          </p:cNvSpPr>
          <p:nvPr>
            <p:ph type="dt" sz="half" idx="10"/>
          </p:nvPr>
        </p:nvSpPr>
        <p:spPr/>
        <p:txBody>
          <a:bodyPr/>
          <a:lstStyle/>
          <a:p>
            <a:fld id="{07818127-BDB5-4BF0-A63C-E0337A914B88}" type="datetimeFigureOut">
              <a:rPr lang="LID4096" smtClean="0"/>
              <a:t>05/13/2026</a:t>
            </a:fld>
            <a:endParaRPr lang="LID4096"/>
          </a:p>
        </p:txBody>
      </p:sp>
      <p:sp>
        <p:nvSpPr>
          <p:cNvPr id="6" name="Footer Placeholder 5">
            <a:extLst>
              <a:ext uri="{FF2B5EF4-FFF2-40B4-BE49-F238E27FC236}">
                <a16:creationId xmlns:a16="http://schemas.microsoft.com/office/drawing/2014/main" id="{C9D2D581-D983-3E51-9E92-BE529C79CC03}"/>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2ADED257-F314-CE87-2015-C8EA6F871CAF}"/>
              </a:ext>
            </a:extLst>
          </p:cNvPr>
          <p:cNvSpPr>
            <a:spLocks noGrp="1"/>
          </p:cNvSpPr>
          <p:nvPr>
            <p:ph type="sldNum" sz="quarter" idx="12"/>
          </p:nvPr>
        </p:nvSpPr>
        <p:spPr/>
        <p:txBody>
          <a:bodyPr/>
          <a:lstStyle/>
          <a:p>
            <a:fld id="{EE05EE68-7DEC-4354-BE12-B95DDE87F07B}" type="slidenum">
              <a:rPr lang="LID4096" smtClean="0"/>
              <a:t>‹#›</a:t>
            </a:fld>
            <a:endParaRPr lang="LID4096"/>
          </a:p>
        </p:txBody>
      </p:sp>
    </p:spTree>
    <p:extLst>
      <p:ext uri="{BB962C8B-B14F-4D97-AF65-F5344CB8AC3E}">
        <p14:creationId xmlns:p14="http://schemas.microsoft.com/office/powerpoint/2010/main" val="618709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74413-948F-F12C-B7B4-F2D15516B5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04AE5A7C-8D93-AB8C-9DDB-F5576D0FDA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1CFEA08F-67B1-E4AC-7E62-2F42DEBE13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52D999-06D2-E46B-3C9E-E05024F21B51}"/>
              </a:ext>
            </a:extLst>
          </p:cNvPr>
          <p:cNvSpPr>
            <a:spLocks noGrp="1"/>
          </p:cNvSpPr>
          <p:nvPr>
            <p:ph type="dt" sz="half" idx="10"/>
          </p:nvPr>
        </p:nvSpPr>
        <p:spPr/>
        <p:txBody>
          <a:bodyPr/>
          <a:lstStyle/>
          <a:p>
            <a:fld id="{07818127-BDB5-4BF0-A63C-E0337A914B88}" type="datetimeFigureOut">
              <a:rPr lang="LID4096" smtClean="0"/>
              <a:t>05/13/2026</a:t>
            </a:fld>
            <a:endParaRPr lang="LID4096"/>
          </a:p>
        </p:txBody>
      </p:sp>
      <p:sp>
        <p:nvSpPr>
          <p:cNvPr id="6" name="Footer Placeholder 5">
            <a:extLst>
              <a:ext uri="{FF2B5EF4-FFF2-40B4-BE49-F238E27FC236}">
                <a16:creationId xmlns:a16="http://schemas.microsoft.com/office/drawing/2014/main" id="{F0DE9944-CAC0-111E-46CC-F8A284E8F4B7}"/>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17467FF0-BE05-1944-3A42-742997366EC8}"/>
              </a:ext>
            </a:extLst>
          </p:cNvPr>
          <p:cNvSpPr>
            <a:spLocks noGrp="1"/>
          </p:cNvSpPr>
          <p:nvPr>
            <p:ph type="sldNum" sz="quarter" idx="12"/>
          </p:nvPr>
        </p:nvSpPr>
        <p:spPr/>
        <p:txBody>
          <a:bodyPr/>
          <a:lstStyle/>
          <a:p>
            <a:fld id="{EE05EE68-7DEC-4354-BE12-B95DDE87F07B}" type="slidenum">
              <a:rPr lang="LID4096" smtClean="0"/>
              <a:t>‹#›</a:t>
            </a:fld>
            <a:endParaRPr lang="LID4096"/>
          </a:p>
        </p:txBody>
      </p:sp>
    </p:spTree>
    <p:extLst>
      <p:ext uri="{BB962C8B-B14F-4D97-AF65-F5344CB8AC3E}">
        <p14:creationId xmlns:p14="http://schemas.microsoft.com/office/powerpoint/2010/main" val="6915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C6165-2891-20B6-57F8-1CD73917F955}"/>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0C9C8FEF-23EA-7B39-6D59-B81EC4155E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15E468AD-9A16-81B7-AECE-FE6D90AE60C5}"/>
              </a:ext>
            </a:extLst>
          </p:cNvPr>
          <p:cNvSpPr>
            <a:spLocks noGrp="1"/>
          </p:cNvSpPr>
          <p:nvPr>
            <p:ph type="dt" sz="half" idx="10"/>
          </p:nvPr>
        </p:nvSpPr>
        <p:spPr/>
        <p:txBody>
          <a:bodyPr/>
          <a:lstStyle/>
          <a:p>
            <a:fld id="{07818127-BDB5-4BF0-A63C-E0337A914B88}" type="datetimeFigureOut">
              <a:rPr lang="LID4096" smtClean="0"/>
              <a:t>05/13/2026</a:t>
            </a:fld>
            <a:endParaRPr lang="LID4096"/>
          </a:p>
        </p:txBody>
      </p:sp>
      <p:sp>
        <p:nvSpPr>
          <p:cNvPr id="5" name="Footer Placeholder 4">
            <a:extLst>
              <a:ext uri="{FF2B5EF4-FFF2-40B4-BE49-F238E27FC236}">
                <a16:creationId xmlns:a16="http://schemas.microsoft.com/office/drawing/2014/main" id="{33859EAE-E00F-1562-31A2-408F7B79D9EA}"/>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EE4BBA71-8E0D-555D-EC3B-5A713931139B}"/>
              </a:ext>
            </a:extLst>
          </p:cNvPr>
          <p:cNvSpPr>
            <a:spLocks noGrp="1"/>
          </p:cNvSpPr>
          <p:nvPr>
            <p:ph type="sldNum" sz="quarter" idx="12"/>
          </p:nvPr>
        </p:nvSpPr>
        <p:spPr/>
        <p:txBody>
          <a:bodyPr/>
          <a:lstStyle/>
          <a:p>
            <a:fld id="{EE05EE68-7DEC-4354-BE12-B95DDE87F07B}" type="slidenum">
              <a:rPr lang="LID4096" smtClean="0"/>
              <a:t>‹#›</a:t>
            </a:fld>
            <a:endParaRPr lang="LID4096"/>
          </a:p>
        </p:txBody>
      </p:sp>
    </p:spTree>
    <p:extLst>
      <p:ext uri="{BB962C8B-B14F-4D97-AF65-F5344CB8AC3E}">
        <p14:creationId xmlns:p14="http://schemas.microsoft.com/office/powerpoint/2010/main" val="3497207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D2B9CE-E9F0-7C0E-89FB-0E2CE64B34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39AD43C5-E418-DC8E-D730-E6A0DA2C89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0F93B6E1-AD0C-9052-B7A2-A6BB77075BFC}"/>
              </a:ext>
            </a:extLst>
          </p:cNvPr>
          <p:cNvSpPr>
            <a:spLocks noGrp="1"/>
          </p:cNvSpPr>
          <p:nvPr>
            <p:ph type="dt" sz="half" idx="10"/>
          </p:nvPr>
        </p:nvSpPr>
        <p:spPr/>
        <p:txBody>
          <a:bodyPr/>
          <a:lstStyle/>
          <a:p>
            <a:fld id="{07818127-BDB5-4BF0-A63C-E0337A914B88}" type="datetimeFigureOut">
              <a:rPr lang="LID4096" smtClean="0"/>
              <a:t>05/13/2026</a:t>
            </a:fld>
            <a:endParaRPr lang="LID4096"/>
          </a:p>
        </p:txBody>
      </p:sp>
      <p:sp>
        <p:nvSpPr>
          <p:cNvPr id="5" name="Footer Placeholder 4">
            <a:extLst>
              <a:ext uri="{FF2B5EF4-FFF2-40B4-BE49-F238E27FC236}">
                <a16:creationId xmlns:a16="http://schemas.microsoft.com/office/drawing/2014/main" id="{DA831995-42A8-DE97-9F23-A1AFD93C0EF9}"/>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1560DA50-0DC8-0642-6A57-55DD4E21864B}"/>
              </a:ext>
            </a:extLst>
          </p:cNvPr>
          <p:cNvSpPr>
            <a:spLocks noGrp="1"/>
          </p:cNvSpPr>
          <p:nvPr>
            <p:ph type="sldNum" sz="quarter" idx="12"/>
          </p:nvPr>
        </p:nvSpPr>
        <p:spPr/>
        <p:txBody>
          <a:bodyPr/>
          <a:lstStyle/>
          <a:p>
            <a:fld id="{EE05EE68-7DEC-4354-BE12-B95DDE87F07B}" type="slidenum">
              <a:rPr lang="LID4096" smtClean="0"/>
              <a:t>‹#›</a:t>
            </a:fld>
            <a:endParaRPr lang="LID4096"/>
          </a:p>
        </p:txBody>
      </p:sp>
    </p:spTree>
    <p:extLst>
      <p:ext uri="{BB962C8B-B14F-4D97-AF65-F5344CB8AC3E}">
        <p14:creationId xmlns:p14="http://schemas.microsoft.com/office/powerpoint/2010/main" val="3361050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FB2952-7E57-41B1-1605-782421CB7B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08901648-AFBE-3B84-513A-869F6CD64C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BE8BA133-DC00-7EB5-C7E6-986D6F29CC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818127-BDB5-4BF0-A63C-E0337A914B88}" type="datetimeFigureOut">
              <a:rPr lang="LID4096" smtClean="0"/>
              <a:t>05/13/2026</a:t>
            </a:fld>
            <a:endParaRPr lang="LID4096"/>
          </a:p>
        </p:txBody>
      </p:sp>
      <p:sp>
        <p:nvSpPr>
          <p:cNvPr id="5" name="Footer Placeholder 4">
            <a:extLst>
              <a:ext uri="{FF2B5EF4-FFF2-40B4-BE49-F238E27FC236}">
                <a16:creationId xmlns:a16="http://schemas.microsoft.com/office/drawing/2014/main" id="{1C1D9093-7BA8-54CD-1060-5979230174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114BFF15-E4FF-E52A-3DBA-C1450B6E15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05EE68-7DEC-4354-BE12-B95DDE87F07B}" type="slidenum">
              <a:rPr lang="LID4096" smtClean="0"/>
              <a:t>‹#›</a:t>
            </a:fld>
            <a:endParaRPr lang="LID4096"/>
          </a:p>
        </p:txBody>
      </p:sp>
    </p:spTree>
    <p:extLst>
      <p:ext uri="{BB962C8B-B14F-4D97-AF65-F5344CB8AC3E}">
        <p14:creationId xmlns:p14="http://schemas.microsoft.com/office/powerpoint/2010/main" val="7230057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59118A0-85EB-F1AF-EDCF-A5B90E972E8B}"/>
              </a:ext>
            </a:extLst>
          </p:cNvPr>
          <p:cNvSpPr txBox="1"/>
          <p:nvPr/>
        </p:nvSpPr>
        <p:spPr>
          <a:xfrm>
            <a:off x="3077497" y="2782669"/>
            <a:ext cx="8740877" cy="646331"/>
          </a:xfrm>
          <a:prstGeom prst="rect">
            <a:avLst/>
          </a:prstGeom>
          <a:noFill/>
        </p:spPr>
        <p:txBody>
          <a:bodyPr wrap="square" rtlCol="0">
            <a:spAutoFit/>
          </a:bodyPr>
          <a:lstStyle/>
          <a:p>
            <a:r>
              <a:rPr lang="en-US" sz="3600" b="1"/>
              <a:t>32 Core General Purpose GPU</a:t>
            </a:r>
            <a:endParaRPr lang="LID4096" sz="3600" b="1"/>
          </a:p>
        </p:txBody>
      </p:sp>
    </p:spTree>
    <p:extLst>
      <p:ext uri="{BB962C8B-B14F-4D97-AF65-F5344CB8AC3E}">
        <p14:creationId xmlns:p14="http://schemas.microsoft.com/office/powerpoint/2010/main" val="17735473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AC9374-8942-E2E9-646D-BE8CEDFF960D}"/>
            </a:ext>
          </a:extLst>
        </p:cNvPr>
        <p:cNvGrpSpPr/>
        <p:nvPr/>
      </p:nvGrpSpPr>
      <p:grpSpPr>
        <a:xfrm>
          <a:off x="0" y="0"/>
          <a:ext cx="0" cy="0"/>
          <a:chOff x="0" y="0"/>
          <a:chExt cx="0" cy="0"/>
        </a:xfrm>
      </p:grpSpPr>
      <p:sp useBgFill="1">
        <p:nvSpPr>
          <p:cNvPr id="207" name="Rectangle 206">
            <a:extLst>
              <a:ext uri="{FF2B5EF4-FFF2-40B4-BE49-F238E27FC236}">
                <a16:creationId xmlns:a16="http://schemas.microsoft.com/office/drawing/2014/main" id="{C7CCC60B-4D42-4FE4-BCB2-A713F52D0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77" name="TextBox 1">
            <a:extLst>
              <a:ext uri="{FF2B5EF4-FFF2-40B4-BE49-F238E27FC236}">
                <a16:creationId xmlns:a16="http://schemas.microsoft.com/office/drawing/2014/main" id="{30F51AB6-FB80-0A35-C78E-C4DF47F659BB}"/>
              </a:ext>
            </a:extLst>
          </p:cNvPr>
          <p:cNvGraphicFramePr/>
          <p:nvPr>
            <p:extLst>
              <p:ext uri="{D42A27DB-BD31-4B8C-83A1-F6EECF244321}">
                <p14:modId xmlns:p14="http://schemas.microsoft.com/office/powerpoint/2010/main" val="3239394014"/>
              </p:ext>
            </p:extLst>
          </p:nvPr>
        </p:nvGraphicFramePr>
        <p:xfrm>
          <a:off x="956187" y="676656"/>
          <a:ext cx="525780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0542CBF2-4FF9-A7A0-44B0-56C0F7F2DC83}"/>
              </a:ext>
            </a:extLst>
          </p:cNvPr>
          <p:cNvSpPr txBox="1"/>
          <p:nvPr/>
        </p:nvSpPr>
        <p:spPr>
          <a:xfrm>
            <a:off x="334297" y="294968"/>
            <a:ext cx="5142271" cy="430887"/>
          </a:xfrm>
          <a:prstGeom prst="rect">
            <a:avLst/>
          </a:prstGeom>
          <a:noFill/>
        </p:spPr>
        <p:txBody>
          <a:bodyPr wrap="square" rtlCol="0">
            <a:spAutoFit/>
          </a:bodyPr>
          <a:lstStyle/>
          <a:p>
            <a:r>
              <a:rPr lang="en-US" sz="2200" b="1">
                <a:latin typeface="Times New Roman" panose="02020603050405020304" pitchFamily="18" charset="0"/>
                <a:cs typeface="Times New Roman" panose="02020603050405020304" pitchFamily="18" charset="0"/>
              </a:rPr>
              <a:t>Table of Contents</a:t>
            </a:r>
            <a:endParaRPr lang="LID4096" sz="22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4141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 name="TextBox 3">
            <a:extLst>
              <a:ext uri="{FF2B5EF4-FFF2-40B4-BE49-F238E27FC236}">
                <a16:creationId xmlns:a16="http://schemas.microsoft.com/office/drawing/2014/main" id="{32579124-D83F-9BA5-8990-63BC10D1F893}"/>
              </a:ext>
            </a:extLst>
          </p:cNvPr>
          <p:cNvGraphicFramePr/>
          <p:nvPr>
            <p:extLst>
              <p:ext uri="{D42A27DB-BD31-4B8C-83A1-F6EECF244321}">
                <p14:modId xmlns:p14="http://schemas.microsoft.com/office/powerpoint/2010/main" val="3082569814"/>
              </p:ext>
            </p:extLst>
          </p:nvPr>
        </p:nvGraphicFramePr>
        <p:xfrm>
          <a:off x="0" y="0"/>
          <a:ext cx="10820400" cy="589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0635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363380-36AF-84CD-8D97-3A9C6D8D3094}"/>
              </a:ext>
            </a:extLst>
          </p:cNvPr>
          <p:cNvPicPr>
            <a:picLocks noChangeAspect="1"/>
          </p:cNvPicPr>
          <p:nvPr/>
        </p:nvPicPr>
        <p:blipFill>
          <a:blip r:embed="rId2"/>
          <a:stretch>
            <a:fillRect/>
          </a:stretch>
        </p:blipFill>
        <p:spPr>
          <a:xfrm>
            <a:off x="4757195" y="2938075"/>
            <a:ext cx="7434805" cy="3919925"/>
          </a:xfrm>
          <a:prstGeom prst="rect">
            <a:avLst/>
          </a:prstGeom>
        </p:spPr>
      </p:pic>
      <p:grpSp>
        <p:nvGrpSpPr>
          <p:cNvPr id="10" name="Group 9">
            <a:extLst>
              <a:ext uri="{FF2B5EF4-FFF2-40B4-BE49-F238E27FC236}">
                <a16:creationId xmlns:a16="http://schemas.microsoft.com/office/drawing/2014/main" id="{1CD46169-A8DF-7CBB-9FCC-EBDE57243AE2}"/>
              </a:ext>
            </a:extLst>
          </p:cNvPr>
          <p:cNvGrpSpPr/>
          <p:nvPr/>
        </p:nvGrpSpPr>
        <p:grpSpPr>
          <a:xfrm>
            <a:off x="0" y="106281"/>
            <a:ext cx="10739120" cy="1001160"/>
            <a:chOff x="0" y="270160"/>
            <a:chExt cx="10820400" cy="1179359"/>
          </a:xfrm>
          <a:solidFill>
            <a:schemeClr val="accent3"/>
          </a:solidFill>
        </p:grpSpPr>
        <p:sp>
          <p:nvSpPr>
            <p:cNvPr id="11" name="Rectangle: Rounded Corners 10">
              <a:extLst>
                <a:ext uri="{FF2B5EF4-FFF2-40B4-BE49-F238E27FC236}">
                  <a16:creationId xmlns:a16="http://schemas.microsoft.com/office/drawing/2014/main" id="{DE3F7529-E9EF-6784-E24C-1666B5DFF67E}"/>
                </a:ext>
              </a:extLst>
            </p:cNvPr>
            <p:cNvSpPr/>
            <p:nvPr/>
          </p:nvSpPr>
          <p:spPr>
            <a:xfrm>
              <a:off x="0" y="270160"/>
              <a:ext cx="10820400" cy="1179359"/>
            </a:xfrm>
            <a:prstGeom prst="roundRect">
              <a:avLst/>
            </a:prstGeom>
            <a:grp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LID4096"/>
            </a:p>
          </p:txBody>
        </p:sp>
        <p:sp>
          <p:nvSpPr>
            <p:cNvPr id="12" name="Rectangle: Rounded Corners 4">
              <a:extLst>
                <a:ext uri="{FF2B5EF4-FFF2-40B4-BE49-F238E27FC236}">
                  <a16:creationId xmlns:a16="http://schemas.microsoft.com/office/drawing/2014/main" id="{E83A9C23-1B63-2DC1-199A-BEB62E866B35}"/>
                </a:ext>
              </a:extLst>
            </p:cNvPr>
            <p:cNvSpPr txBox="1"/>
            <p:nvPr/>
          </p:nvSpPr>
          <p:spPr>
            <a:xfrm>
              <a:off x="57572" y="327732"/>
              <a:ext cx="10705256" cy="106421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kern="1200"/>
                <a:t>2.1 – Overall Architecture</a:t>
              </a:r>
              <a:endParaRPr lang="en-US" sz="4800" kern="1200"/>
            </a:p>
          </p:txBody>
        </p:sp>
      </p:grpSp>
      <p:sp>
        <p:nvSpPr>
          <p:cNvPr id="13" name="TextBox 12">
            <a:extLst>
              <a:ext uri="{FF2B5EF4-FFF2-40B4-BE49-F238E27FC236}">
                <a16:creationId xmlns:a16="http://schemas.microsoft.com/office/drawing/2014/main" id="{F512040B-F2B8-6EDA-5D1B-582FACDE30EC}"/>
              </a:ext>
            </a:extLst>
          </p:cNvPr>
          <p:cNvSpPr txBox="1"/>
          <p:nvPr/>
        </p:nvSpPr>
        <p:spPr>
          <a:xfrm>
            <a:off x="150470" y="1165314"/>
            <a:ext cx="7592993" cy="2308324"/>
          </a:xfrm>
          <a:prstGeom prst="rect">
            <a:avLst/>
          </a:prstGeom>
          <a:noFill/>
        </p:spPr>
        <p:txBody>
          <a:bodyPr wrap="square" rtlCol="0">
            <a:spAutoFit/>
          </a:bodyPr>
          <a:lstStyle/>
          <a:p>
            <a:pPr marL="285750" indent="-285750">
              <a:buFont typeface="Arial" panose="020B0604020202020204" pitchFamily="34" charset="0"/>
              <a:buChar char="•"/>
            </a:pPr>
            <a:r>
              <a:rPr lang="en-US"/>
              <a:t>Heterogenous computing based architecture </a:t>
            </a:r>
          </a:p>
          <a:p>
            <a:pPr marL="285750" indent="-285750">
              <a:buFont typeface="Arial" panose="020B0604020202020204" pitchFamily="34" charset="0"/>
              <a:buChar char="•"/>
            </a:pPr>
            <a:r>
              <a:rPr lang="en-US"/>
              <a:t>GP-GPU has been designed on the Programmable Logic part of the ZYNQ-SoC</a:t>
            </a:r>
          </a:p>
          <a:p>
            <a:pPr marL="285750" indent="-285750">
              <a:buFont typeface="Arial" panose="020B0604020202020204" pitchFamily="34" charset="0"/>
              <a:buChar char="•"/>
            </a:pPr>
            <a:r>
              <a:rPr lang="en-US"/>
              <a:t>ARM Cortex CPU and 1GB DDR3 RAM on processing system part have been utilized to make Audio-Video pipeline possible</a:t>
            </a:r>
          </a:p>
          <a:p>
            <a:pPr marL="285750" indent="-285750">
              <a:buFont typeface="Arial" panose="020B0604020202020204" pitchFamily="34" charset="0"/>
              <a:buChar char="•"/>
            </a:pPr>
            <a:r>
              <a:rPr lang="en-US"/>
              <a:t>Design has been implemented on ZC706 evaluation board</a:t>
            </a:r>
          </a:p>
          <a:p>
            <a:pPr marL="285750" indent="-285750">
              <a:buFont typeface="Arial" panose="020B0604020202020204" pitchFamily="34" charset="0"/>
              <a:buChar char="•"/>
            </a:pPr>
            <a:r>
              <a:rPr lang="en-US"/>
              <a:t>ZYNQ Architecture has been attached for reference:</a:t>
            </a:r>
          </a:p>
          <a:p>
            <a:pPr marL="285750" indent="-285750">
              <a:buFont typeface="Arial" panose="020B0604020202020204" pitchFamily="34" charset="0"/>
              <a:buChar char="•"/>
            </a:pPr>
            <a:endParaRPr lang="LID4096"/>
          </a:p>
        </p:txBody>
      </p:sp>
    </p:spTree>
    <p:extLst>
      <p:ext uri="{BB962C8B-B14F-4D97-AF65-F5344CB8AC3E}">
        <p14:creationId xmlns:p14="http://schemas.microsoft.com/office/powerpoint/2010/main" val="2477332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B099751-365C-761A-C82E-FCE8221CD5F1}"/>
              </a:ext>
            </a:extLst>
          </p:cNvPr>
          <p:cNvGrpSpPr/>
          <p:nvPr/>
        </p:nvGrpSpPr>
        <p:grpSpPr>
          <a:xfrm>
            <a:off x="0" y="106281"/>
            <a:ext cx="10739120" cy="1001160"/>
            <a:chOff x="0" y="270160"/>
            <a:chExt cx="10820400" cy="1179359"/>
          </a:xfrm>
          <a:solidFill>
            <a:schemeClr val="accent3"/>
          </a:solidFill>
        </p:grpSpPr>
        <p:sp>
          <p:nvSpPr>
            <p:cNvPr id="5" name="Rectangle: Rounded Corners 4">
              <a:extLst>
                <a:ext uri="{FF2B5EF4-FFF2-40B4-BE49-F238E27FC236}">
                  <a16:creationId xmlns:a16="http://schemas.microsoft.com/office/drawing/2014/main" id="{C5A1E56F-1466-E04B-9176-747ABEB92BE1}"/>
                </a:ext>
              </a:extLst>
            </p:cNvPr>
            <p:cNvSpPr/>
            <p:nvPr/>
          </p:nvSpPr>
          <p:spPr>
            <a:xfrm>
              <a:off x="0" y="270160"/>
              <a:ext cx="10820400" cy="1179359"/>
            </a:xfrm>
            <a:prstGeom prst="roundRect">
              <a:avLst/>
            </a:prstGeom>
            <a:grp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LID4096"/>
            </a:p>
          </p:txBody>
        </p:sp>
        <p:sp>
          <p:nvSpPr>
            <p:cNvPr id="6" name="Rectangle: Rounded Corners 4">
              <a:extLst>
                <a:ext uri="{FF2B5EF4-FFF2-40B4-BE49-F238E27FC236}">
                  <a16:creationId xmlns:a16="http://schemas.microsoft.com/office/drawing/2014/main" id="{4AD8D0B2-60F6-83A3-D94A-F5905FD63496}"/>
                </a:ext>
              </a:extLst>
            </p:cNvPr>
            <p:cNvSpPr txBox="1"/>
            <p:nvPr/>
          </p:nvSpPr>
          <p:spPr>
            <a:xfrm>
              <a:off x="57572" y="327732"/>
              <a:ext cx="10705256" cy="106421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kern="1200"/>
                <a:t>2.2 - Overall Architecture</a:t>
              </a:r>
              <a:endParaRPr lang="en-US" sz="4800" kern="1200"/>
            </a:p>
          </p:txBody>
        </p:sp>
      </p:grpSp>
      <p:pic>
        <p:nvPicPr>
          <p:cNvPr id="8" name="Picture 7">
            <a:extLst>
              <a:ext uri="{FF2B5EF4-FFF2-40B4-BE49-F238E27FC236}">
                <a16:creationId xmlns:a16="http://schemas.microsoft.com/office/drawing/2014/main" id="{9A5E76C7-C99C-230F-6206-DB1E7CCF57FA}"/>
              </a:ext>
            </a:extLst>
          </p:cNvPr>
          <p:cNvPicPr>
            <a:picLocks noChangeAspect="1"/>
          </p:cNvPicPr>
          <p:nvPr/>
        </p:nvPicPr>
        <p:blipFill>
          <a:blip r:embed="rId2"/>
          <a:stretch>
            <a:fillRect/>
          </a:stretch>
        </p:blipFill>
        <p:spPr>
          <a:xfrm>
            <a:off x="0" y="2475339"/>
            <a:ext cx="12192000" cy="4227507"/>
          </a:xfrm>
          <a:prstGeom prst="rect">
            <a:avLst/>
          </a:prstGeom>
        </p:spPr>
      </p:pic>
      <p:sp>
        <p:nvSpPr>
          <p:cNvPr id="10" name="TextBox 9">
            <a:extLst>
              <a:ext uri="{FF2B5EF4-FFF2-40B4-BE49-F238E27FC236}">
                <a16:creationId xmlns:a16="http://schemas.microsoft.com/office/drawing/2014/main" id="{635E3B03-D96D-995D-E3C3-F1A5C024994D}"/>
              </a:ext>
            </a:extLst>
          </p:cNvPr>
          <p:cNvSpPr txBox="1"/>
          <p:nvPr/>
        </p:nvSpPr>
        <p:spPr>
          <a:xfrm>
            <a:off x="219919" y="1215342"/>
            <a:ext cx="7592992" cy="1015663"/>
          </a:xfrm>
          <a:prstGeom prst="rect">
            <a:avLst/>
          </a:prstGeom>
          <a:noFill/>
        </p:spPr>
        <p:txBody>
          <a:bodyPr wrap="square" rtlCol="0">
            <a:spAutoFit/>
          </a:bodyPr>
          <a:lstStyle/>
          <a:p>
            <a:pPr marL="285750" indent="-285750">
              <a:buFont typeface="Arial" panose="020B0604020202020204" pitchFamily="34" charset="0"/>
              <a:buChar char="•"/>
            </a:pPr>
            <a:r>
              <a:rPr lang="en-US" sz="2000"/>
              <a:t>Bird’s eye view of top block diagram</a:t>
            </a:r>
          </a:p>
          <a:p>
            <a:pPr marL="285750" indent="-285750">
              <a:buFont typeface="Arial" panose="020B0604020202020204" pitchFamily="34" charset="0"/>
              <a:buChar char="•"/>
            </a:pPr>
            <a:r>
              <a:rPr lang="en-US" sz="2000"/>
              <a:t>Role and Working of each subsystem have been explained in next few slides</a:t>
            </a:r>
            <a:endParaRPr lang="LID4096" sz="2000"/>
          </a:p>
        </p:txBody>
      </p:sp>
    </p:spTree>
    <p:extLst>
      <p:ext uri="{BB962C8B-B14F-4D97-AF65-F5344CB8AC3E}">
        <p14:creationId xmlns:p14="http://schemas.microsoft.com/office/powerpoint/2010/main" val="1213315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D2C492D-3CDA-A110-B95A-CD69E9FBF1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7830" y="1585732"/>
            <a:ext cx="7639842" cy="5165987"/>
          </a:xfrm>
          <a:prstGeom prst="rect">
            <a:avLst/>
          </a:prstGeom>
        </p:spPr>
      </p:pic>
      <p:grpSp>
        <p:nvGrpSpPr>
          <p:cNvPr id="4" name="Group 3">
            <a:extLst>
              <a:ext uri="{FF2B5EF4-FFF2-40B4-BE49-F238E27FC236}">
                <a16:creationId xmlns:a16="http://schemas.microsoft.com/office/drawing/2014/main" id="{703FB8C9-49F7-FF0F-D018-0AF05785AE34}"/>
              </a:ext>
            </a:extLst>
          </p:cNvPr>
          <p:cNvGrpSpPr/>
          <p:nvPr/>
        </p:nvGrpSpPr>
        <p:grpSpPr>
          <a:xfrm>
            <a:off x="0" y="106281"/>
            <a:ext cx="10739120" cy="1001160"/>
            <a:chOff x="0" y="270160"/>
            <a:chExt cx="10820400" cy="1179359"/>
          </a:xfrm>
          <a:solidFill>
            <a:schemeClr val="tx2">
              <a:lumMod val="50000"/>
              <a:lumOff val="50000"/>
            </a:schemeClr>
          </a:solidFill>
        </p:grpSpPr>
        <p:sp>
          <p:nvSpPr>
            <p:cNvPr id="6" name="Rectangle: Rounded Corners 5">
              <a:extLst>
                <a:ext uri="{FF2B5EF4-FFF2-40B4-BE49-F238E27FC236}">
                  <a16:creationId xmlns:a16="http://schemas.microsoft.com/office/drawing/2014/main" id="{1E24A78B-A79D-0350-A90E-1DA156C0732C}"/>
                </a:ext>
              </a:extLst>
            </p:cNvPr>
            <p:cNvSpPr/>
            <p:nvPr/>
          </p:nvSpPr>
          <p:spPr>
            <a:xfrm>
              <a:off x="0" y="270160"/>
              <a:ext cx="10820400" cy="1179359"/>
            </a:xfrm>
            <a:prstGeom prst="roundRect">
              <a:avLst/>
            </a:prstGeom>
            <a:grp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LID4096"/>
            </a:p>
          </p:txBody>
        </p:sp>
        <p:sp>
          <p:nvSpPr>
            <p:cNvPr id="8" name="Rectangle: Rounded Corners 4">
              <a:extLst>
                <a:ext uri="{FF2B5EF4-FFF2-40B4-BE49-F238E27FC236}">
                  <a16:creationId xmlns:a16="http://schemas.microsoft.com/office/drawing/2014/main" id="{B484A7D3-1941-99C2-52DB-3C0E3917A7F1}"/>
                </a:ext>
              </a:extLst>
            </p:cNvPr>
            <p:cNvSpPr txBox="1"/>
            <p:nvPr/>
          </p:nvSpPr>
          <p:spPr>
            <a:xfrm>
              <a:off x="57572" y="327732"/>
              <a:ext cx="10705256" cy="106421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a:t>3</a:t>
              </a:r>
              <a:r>
                <a:rPr lang="en-US" sz="4800" b="1" kern="1200"/>
                <a:t>.1 – Programmabl</a:t>
              </a:r>
              <a:r>
                <a:rPr lang="en-US" sz="4800" b="1"/>
                <a:t>e Logic</a:t>
              </a:r>
              <a:endParaRPr lang="en-US" sz="4800" kern="1200"/>
            </a:p>
          </p:txBody>
        </p:sp>
      </p:grpSp>
      <p:sp>
        <p:nvSpPr>
          <p:cNvPr id="9" name="TextBox 8">
            <a:extLst>
              <a:ext uri="{FF2B5EF4-FFF2-40B4-BE49-F238E27FC236}">
                <a16:creationId xmlns:a16="http://schemas.microsoft.com/office/drawing/2014/main" id="{781CF5CA-FA11-7CF7-C6BF-D085384667FE}"/>
              </a:ext>
            </a:extLst>
          </p:cNvPr>
          <p:cNvSpPr txBox="1"/>
          <p:nvPr/>
        </p:nvSpPr>
        <p:spPr>
          <a:xfrm>
            <a:off x="277792" y="1216400"/>
            <a:ext cx="4722471" cy="5447645"/>
          </a:xfrm>
          <a:prstGeom prst="rect">
            <a:avLst/>
          </a:prstGeom>
          <a:noFill/>
        </p:spPr>
        <p:txBody>
          <a:bodyPr wrap="square" rtlCol="0">
            <a:spAutoFit/>
          </a:bodyPr>
          <a:lstStyle/>
          <a:p>
            <a:r>
              <a:rPr lang="en-US" sz="2400" b="1">
                <a:latin typeface="Times New Roman" panose="02020603050405020304" pitchFamily="18" charset="0"/>
                <a:cs typeface="Times New Roman" panose="02020603050405020304" pitchFamily="18" charset="0"/>
              </a:rPr>
              <a:t>Datapath design</a:t>
            </a:r>
          </a:p>
          <a:p>
            <a:pPr marL="342900" indent="-342900">
              <a:buFont typeface="Arial" panose="020B0604020202020204" pitchFamily="34" charset="0"/>
              <a:buChar char="•"/>
            </a:pPr>
            <a:r>
              <a:rPr lang="en-US">
                <a:latin typeface="+mj-lt"/>
                <a:cs typeface="Times New Roman" panose="02020603050405020304" pitchFamily="18" charset="0"/>
              </a:rPr>
              <a:t>Features 32 MAC modules capable of performing computations in 32-bit fixed point (Q8.24)</a:t>
            </a:r>
          </a:p>
          <a:p>
            <a:pPr marL="342900" indent="-342900">
              <a:buFont typeface="Arial" panose="020B0604020202020204" pitchFamily="34" charset="0"/>
              <a:buChar char="•"/>
            </a:pPr>
            <a:r>
              <a:rPr lang="en-US">
                <a:latin typeface="+mj-lt"/>
                <a:cs typeface="Times New Roman" panose="02020603050405020304" pitchFamily="18" charset="0"/>
              </a:rPr>
              <a:t>Each MAC unit has 3-32-bit inputs A, B, C and one output as (</a:t>
            </a:r>
            <a:r>
              <a:rPr lang="en-US" err="1">
                <a:latin typeface="+mj-lt"/>
                <a:cs typeface="Times New Roman" panose="02020603050405020304" pitchFamily="18" charset="0"/>
              </a:rPr>
              <a:t>AxB</a:t>
            </a:r>
            <a:r>
              <a:rPr lang="en-US">
                <a:latin typeface="+mj-lt"/>
                <a:cs typeface="Times New Roman" panose="02020603050405020304" pitchFamily="18" charset="0"/>
              </a:rPr>
              <a:t>)+C</a:t>
            </a:r>
          </a:p>
          <a:p>
            <a:pPr marL="342900" indent="-342900">
              <a:buFont typeface="Arial" panose="020B0604020202020204" pitchFamily="34" charset="0"/>
              <a:buChar char="•"/>
            </a:pPr>
            <a:r>
              <a:rPr lang="en-US">
                <a:latin typeface="+mj-lt"/>
                <a:cs typeface="Times New Roman" panose="02020603050405020304" pitchFamily="18" charset="0"/>
              </a:rPr>
              <a:t>Main memory works as an L1 cache to store results of intermediate variables</a:t>
            </a:r>
          </a:p>
          <a:p>
            <a:pPr marL="342900" indent="-342900">
              <a:buFont typeface="Arial" panose="020B0604020202020204" pitchFamily="34" charset="0"/>
              <a:buChar char="•"/>
            </a:pPr>
            <a:r>
              <a:rPr lang="en-US">
                <a:latin typeface="+mj-lt"/>
                <a:cs typeface="Times New Roman" panose="02020603050405020304" pitchFamily="18" charset="0"/>
              </a:rPr>
              <a:t>Main memory width: 32x32x3 = 3072 bits</a:t>
            </a:r>
          </a:p>
          <a:p>
            <a:pPr marL="342900" indent="-342900">
              <a:buFont typeface="Arial" panose="020B0604020202020204" pitchFamily="34" charset="0"/>
              <a:buChar char="•"/>
            </a:pPr>
            <a:r>
              <a:rPr lang="en-US">
                <a:latin typeface="+mj-lt"/>
                <a:cs typeface="Times New Roman" panose="02020603050405020304" pitchFamily="18" charset="0"/>
              </a:rPr>
              <a:t>MAC write buffer caches the outputs of all FMAs over 3 clock cycles (3072 bits)</a:t>
            </a:r>
          </a:p>
          <a:p>
            <a:pPr marL="342900" indent="-342900">
              <a:buFont typeface="Arial" panose="020B0604020202020204" pitchFamily="34" charset="0"/>
              <a:buChar char="•"/>
            </a:pPr>
            <a:r>
              <a:rPr lang="en-US">
                <a:latin typeface="+mj-lt"/>
                <a:cs typeface="Times New Roman" panose="02020603050405020304" pitchFamily="18" charset="0"/>
              </a:rPr>
              <a:t>Finally, pixel values to be displayed on screen are placed in VRAM (1.84 Mb)</a:t>
            </a:r>
          </a:p>
          <a:p>
            <a:pPr marL="342900" indent="-342900">
              <a:buFont typeface="Arial" panose="020B0604020202020204" pitchFamily="34" charset="0"/>
              <a:buChar char="•"/>
            </a:pPr>
            <a:r>
              <a:rPr lang="en-US">
                <a:latin typeface="+mj-lt"/>
                <a:cs typeface="Times New Roman" panose="02020603050405020304" pitchFamily="18" charset="0"/>
              </a:rPr>
              <a:t>ADV7511 chip on ZC706 has been utilized to send the HDMI signals</a:t>
            </a:r>
          </a:p>
          <a:p>
            <a:pPr marL="342900" indent="-342900">
              <a:buFont typeface="Arial" panose="020B0604020202020204" pitchFamily="34" charset="0"/>
              <a:buChar char="•"/>
            </a:pPr>
            <a:endParaRPr lang="en-US">
              <a:latin typeface="+mj-lt"/>
              <a:cs typeface="Times New Roman" panose="02020603050405020304" pitchFamily="18" charset="0"/>
            </a:endParaRPr>
          </a:p>
          <a:p>
            <a:pPr marL="342900" indent="-342900">
              <a:buFont typeface="Arial" panose="020B0604020202020204" pitchFamily="34" charset="0"/>
              <a:buChar char="•"/>
            </a:pPr>
            <a:endParaRPr lang="en-US">
              <a:latin typeface="+mj-lt"/>
              <a:cs typeface="Times New Roman" panose="02020603050405020304" pitchFamily="18" charset="0"/>
            </a:endParaRPr>
          </a:p>
          <a:p>
            <a:pPr marL="342900" indent="-342900">
              <a:buFont typeface="Arial" panose="020B0604020202020204" pitchFamily="34" charset="0"/>
              <a:buChar char="•"/>
            </a:pPr>
            <a:endParaRPr lang="en-US">
              <a:latin typeface="+mj-lt"/>
              <a:cs typeface="Times New Roman" panose="02020603050405020304" pitchFamily="18" charset="0"/>
            </a:endParaRPr>
          </a:p>
          <a:p>
            <a:pPr marL="342900" indent="-342900">
              <a:buFont typeface="Arial" panose="020B0604020202020204" pitchFamily="34" charset="0"/>
              <a:buChar char="•"/>
            </a:pPr>
            <a:endParaRPr lang="LID4096">
              <a:latin typeface="+mj-lt"/>
              <a:cs typeface="Times New Roman" panose="02020603050405020304" pitchFamily="18" charset="0"/>
            </a:endParaRPr>
          </a:p>
        </p:txBody>
      </p:sp>
    </p:spTree>
    <p:extLst>
      <p:ext uri="{BB962C8B-B14F-4D97-AF65-F5344CB8AC3E}">
        <p14:creationId xmlns:p14="http://schemas.microsoft.com/office/powerpoint/2010/main" val="3636757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7F5490-9C19-EC96-275B-9B4E0A33BE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7735" y="1942116"/>
            <a:ext cx="8134246" cy="4640580"/>
          </a:xfrm>
          <a:prstGeom prst="rect">
            <a:avLst/>
          </a:prstGeom>
        </p:spPr>
      </p:pic>
      <p:grpSp>
        <p:nvGrpSpPr>
          <p:cNvPr id="4" name="Group 3">
            <a:extLst>
              <a:ext uri="{FF2B5EF4-FFF2-40B4-BE49-F238E27FC236}">
                <a16:creationId xmlns:a16="http://schemas.microsoft.com/office/drawing/2014/main" id="{9BE9A19A-4C50-0E1E-6295-529C5AA94348}"/>
              </a:ext>
            </a:extLst>
          </p:cNvPr>
          <p:cNvGrpSpPr/>
          <p:nvPr/>
        </p:nvGrpSpPr>
        <p:grpSpPr>
          <a:xfrm>
            <a:off x="0" y="106281"/>
            <a:ext cx="10739120" cy="1001160"/>
            <a:chOff x="0" y="270160"/>
            <a:chExt cx="10820400" cy="1179359"/>
          </a:xfrm>
          <a:solidFill>
            <a:schemeClr val="tx2">
              <a:lumMod val="50000"/>
              <a:lumOff val="50000"/>
            </a:schemeClr>
          </a:solidFill>
        </p:grpSpPr>
        <p:sp>
          <p:nvSpPr>
            <p:cNvPr id="17" name="Rectangle: Rounded Corners 16">
              <a:extLst>
                <a:ext uri="{FF2B5EF4-FFF2-40B4-BE49-F238E27FC236}">
                  <a16:creationId xmlns:a16="http://schemas.microsoft.com/office/drawing/2014/main" id="{B1A1754F-2751-6AE4-A4E4-59A4112C940C}"/>
                </a:ext>
              </a:extLst>
            </p:cNvPr>
            <p:cNvSpPr/>
            <p:nvPr/>
          </p:nvSpPr>
          <p:spPr>
            <a:xfrm>
              <a:off x="0" y="270160"/>
              <a:ext cx="10820400" cy="1179359"/>
            </a:xfrm>
            <a:prstGeom prst="roundRect">
              <a:avLst/>
            </a:prstGeom>
            <a:grp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LID4096"/>
            </a:p>
          </p:txBody>
        </p:sp>
        <p:sp>
          <p:nvSpPr>
            <p:cNvPr id="19" name="Rectangle: Rounded Corners 4">
              <a:extLst>
                <a:ext uri="{FF2B5EF4-FFF2-40B4-BE49-F238E27FC236}">
                  <a16:creationId xmlns:a16="http://schemas.microsoft.com/office/drawing/2014/main" id="{94C9525A-7862-CA95-1BCE-777503DD3114}"/>
                </a:ext>
              </a:extLst>
            </p:cNvPr>
            <p:cNvSpPr txBox="1"/>
            <p:nvPr/>
          </p:nvSpPr>
          <p:spPr>
            <a:xfrm>
              <a:off x="57572" y="327732"/>
              <a:ext cx="10705256" cy="106421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a:t>3</a:t>
              </a:r>
              <a:r>
                <a:rPr lang="en-US" sz="4800" b="1" kern="1200"/>
                <a:t>.2 – Programmabl</a:t>
              </a:r>
              <a:r>
                <a:rPr lang="en-US" sz="4800" b="1"/>
                <a:t>e Logic</a:t>
              </a:r>
              <a:endParaRPr lang="en-US" sz="4800" kern="1200"/>
            </a:p>
          </p:txBody>
        </p:sp>
      </p:grpSp>
      <p:sp>
        <p:nvSpPr>
          <p:cNvPr id="26" name="TextBox 25">
            <a:extLst>
              <a:ext uri="{FF2B5EF4-FFF2-40B4-BE49-F238E27FC236}">
                <a16:creationId xmlns:a16="http://schemas.microsoft.com/office/drawing/2014/main" id="{46DF3033-311D-52C0-F0C3-96FE4F2D735A}"/>
              </a:ext>
            </a:extLst>
          </p:cNvPr>
          <p:cNvSpPr txBox="1"/>
          <p:nvPr/>
        </p:nvSpPr>
        <p:spPr>
          <a:xfrm>
            <a:off x="57140" y="1156314"/>
            <a:ext cx="5389931" cy="5078313"/>
          </a:xfrm>
          <a:prstGeom prst="rect">
            <a:avLst/>
          </a:prstGeom>
          <a:noFill/>
        </p:spPr>
        <p:txBody>
          <a:bodyPr wrap="square">
            <a:spAutoFit/>
          </a:bodyPr>
          <a:lstStyle/>
          <a:p>
            <a:r>
              <a:rPr lang="en-US" sz="1800" b="1">
                <a:latin typeface="Times New Roman" panose="02020603050405020304" pitchFamily="18" charset="0"/>
                <a:cs typeface="Times New Roman" panose="02020603050405020304" pitchFamily="18" charset="0"/>
              </a:rPr>
              <a:t>Controller Design</a:t>
            </a:r>
          </a:p>
          <a:p>
            <a:pPr marL="285750" indent="-285750">
              <a:buFont typeface="Arial" panose="020B0604020202020204" pitchFamily="34" charset="0"/>
              <a:buChar char="•"/>
            </a:pPr>
            <a:r>
              <a:rPr lang="en-US">
                <a:latin typeface="+mj-lt"/>
                <a:cs typeface="Times New Roman" panose="02020603050405020304" pitchFamily="18" charset="0"/>
              </a:rPr>
              <a:t>Datapath agnostic controller</a:t>
            </a:r>
          </a:p>
          <a:p>
            <a:pPr marL="285750" indent="-285750">
              <a:buFont typeface="Arial" panose="020B0604020202020204" pitchFamily="34" charset="0"/>
              <a:buChar char="•"/>
            </a:pPr>
            <a:r>
              <a:rPr lang="en-US">
                <a:latin typeface="+mj-lt"/>
                <a:cs typeface="Times New Roman" panose="02020603050405020304" pitchFamily="18" charset="0"/>
              </a:rPr>
              <a:t>Acts as t</a:t>
            </a:r>
            <a:r>
              <a:rPr lang="en-US"/>
              <a:t>he Instruction Fetch/Decode unit, sending 32-bit instructions to the SIMD </a:t>
            </a:r>
            <a:r>
              <a:rPr lang="en-US" err="1"/>
              <a:t>datapath</a:t>
            </a:r>
            <a:endParaRPr lang="en-US"/>
          </a:p>
          <a:p>
            <a:pPr marL="285750" indent="-285750">
              <a:buFont typeface="Arial" panose="020B0604020202020204" pitchFamily="34" charset="0"/>
              <a:buChar char="•"/>
            </a:pPr>
            <a:r>
              <a:rPr lang="en-US">
                <a:latin typeface="+mj-lt"/>
                <a:cs typeface="Times New Roman" panose="02020603050405020304" pitchFamily="18" charset="0"/>
              </a:rPr>
              <a:t>Has a register file with sixteen 32-bit</a:t>
            </a:r>
            <a:br>
              <a:rPr lang="en-US">
                <a:latin typeface="+mj-lt"/>
                <a:cs typeface="Times New Roman" panose="02020603050405020304" pitchFamily="18" charset="0"/>
              </a:rPr>
            </a:br>
            <a:r>
              <a:rPr lang="en-US">
                <a:latin typeface="+mj-lt"/>
                <a:cs typeface="Times New Roman" panose="02020603050405020304" pitchFamily="18" charset="0"/>
              </a:rPr>
              <a:t>general purpose registers to store loop</a:t>
            </a:r>
            <a:br>
              <a:rPr lang="en-US">
                <a:latin typeface="+mj-lt"/>
                <a:cs typeface="Times New Roman" panose="02020603050405020304" pitchFamily="18" charset="0"/>
              </a:rPr>
            </a:br>
            <a:r>
              <a:rPr lang="en-US">
                <a:latin typeface="+mj-lt"/>
                <a:cs typeface="Times New Roman" panose="02020603050405020304" pitchFamily="18" charset="0"/>
              </a:rPr>
              <a:t>counters and stride </a:t>
            </a:r>
            <a:br>
              <a:rPr lang="en-US">
                <a:latin typeface="+mj-lt"/>
                <a:cs typeface="Times New Roman" panose="02020603050405020304" pitchFamily="18" charset="0"/>
              </a:rPr>
            </a:br>
            <a:r>
              <a:rPr lang="en-US" err="1">
                <a:latin typeface="+mj-lt"/>
                <a:cs typeface="Times New Roman" panose="02020603050405020304" pitchFamily="18" charset="0"/>
              </a:rPr>
              <a:t>coeffecients</a:t>
            </a:r>
            <a:endParaRPr lang="en-US">
              <a:latin typeface="+mj-lt"/>
              <a:cs typeface="Times New Roman" panose="02020603050405020304" pitchFamily="18" charset="0"/>
            </a:endParaRPr>
          </a:p>
          <a:p>
            <a:pPr marL="285750" indent="-285750">
              <a:buFont typeface="Arial" panose="020B0604020202020204" pitchFamily="34" charset="0"/>
              <a:buChar char="•"/>
            </a:pPr>
            <a:r>
              <a:rPr lang="en-US">
                <a:latin typeface="+mj-lt"/>
                <a:cs typeface="Times New Roman" panose="02020603050405020304" pitchFamily="18" charset="0"/>
              </a:rPr>
              <a:t>Instruction memory utilizes</a:t>
            </a:r>
            <a:br>
              <a:rPr lang="en-US">
                <a:latin typeface="+mj-lt"/>
                <a:cs typeface="Times New Roman" panose="02020603050405020304" pitchFamily="18" charset="0"/>
              </a:rPr>
            </a:br>
            <a:r>
              <a:rPr lang="en-US">
                <a:latin typeface="+mj-lt"/>
                <a:cs typeface="Times New Roman" panose="02020603050405020304" pitchFamily="18" charset="0"/>
              </a:rPr>
              <a:t>true dual port BRAM</a:t>
            </a:r>
            <a:br>
              <a:rPr lang="en-US">
                <a:latin typeface="+mj-lt"/>
                <a:cs typeface="Times New Roman" panose="02020603050405020304" pitchFamily="18" charset="0"/>
              </a:rPr>
            </a:br>
            <a:r>
              <a:rPr lang="en-US">
                <a:latin typeface="+mj-lt"/>
                <a:cs typeface="Times New Roman" panose="02020603050405020304" pitchFamily="18" charset="0"/>
              </a:rPr>
              <a:t>(32 bit x 100) to fetch the</a:t>
            </a:r>
            <a:br>
              <a:rPr lang="en-US">
                <a:latin typeface="+mj-lt"/>
                <a:cs typeface="Times New Roman" panose="02020603050405020304" pitchFamily="18" charset="0"/>
              </a:rPr>
            </a:br>
            <a:r>
              <a:rPr lang="en-US">
                <a:latin typeface="+mj-lt"/>
                <a:cs typeface="Times New Roman" panose="02020603050405020304" pitchFamily="18" charset="0"/>
              </a:rPr>
              <a:t>current instruction and prefetch</a:t>
            </a:r>
            <a:br>
              <a:rPr lang="en-US">
                <a:latin typeface="+mj-lt"/>
                <a:cs typeface="Times New Roman" panose="02020603050405020304" pitchFamily="18" charset="0"/>
              </a:rPr>
            </a:br>
            <a:r>
              <a:rPr lang="en-US">
                <a:latin typeface="+mj-lt"/>
                <a:cs typeface="Times New Roman" panose="02020603050405020304" pitchFamily="18" charset="0"/>
              </a:rPr>
              <a:t>next simultaneously</a:t>
            </a:r>
          </a:p>
          <a:p>
            <a:pPr marL="285750" indent="-285750">
              <a:buFont typeface="Arial" panose="020B0604020202020204" pitchFamily="34" charset="0"/>
              <a:buChar char="•"/>
            </a:pPr>
            <a:r>
              <a:rPr lang="en-US">
                <a:latin typeface="+mj-lt"/>
                <a:cs typeface="Times New Roman" panose="02020603050405020304" pitchFamily="18" charset="0"/>
              </a:rPr>
              <a:t>Handles SIMD branch divergence </a:t>
            </a:r>
            <a:br>
              <a:rPr lang="en-US">
                <a:latin typeface="+mj-lt"/>
                <a:cs typeface="Times New Roman" panose="02020603050405020304" pitchFamily="18" charset="0"/>
              </a:rPr>
            </a:br>
            <a:r>
              <a:rPr lang="en-US">
                <a:latin typeface="+mj-lt"/>
                <a:cs typeface="Times New Roman" panose="02020603050405020304" pitchFamily="18" charset="0"/>
              </a:rPr>
              <a:t>via predictive masking (OR </a:t>
            </a:r>
            <a:br>
              <a:rPr lang="en-US">
                <a:latin typeface="+mj-lt"/>
                <a:cs typeface="Times New Roman" panose="02020603050405020304" pitchFamily="18" charset="0"/>
              </a:rPr>
            </a:br>
            <a:r>
              <a:rPr lang="en-US">
                <a:latin typeface="+mj-lt"/>
                <a:cs typeface="Times New Roman" panose="02020603050405020304" pitchFamily="18" charset="0"/>
              </a:rPr>
              <a:t>instruction) to keep </a:t>
            </a:r>
            <a:br>
              <a:rPr lang="en-US">
                <a:latin typeface="+mj-lt"/>
                <a:cs typeface="Times New Roman" panose="02020603050405020304" pitchFamily="18" charset="0"/>
              </a:rPr>
            </a:br>
            <a:r>
              <a:rPr lang="en-US">
                <a:latin typeface="+mj-lt"/>
                <a:cs typeface="Times New Roman" panose="02020603050405020304" pitchFamily="18" charset="0"/>
              </a:rPr>
              <a:t>MACs in lockstep</a:t>
            </a:r>
            <a:br>
              <a:rPr lang="en-US">
                <a:latin typeface="+mj-lt"/>
                <a:cs typeface="Times New Roman" panose="02020603050405020304" pitchFamily="18" charset="0"/>
              </a:rPr>
            </a:br>
            <a:endParaRPr lang="en-US">
              <a:latin typeface="+mj-lt"/>
              <a:cs typeface="Times New Roman" panose="02020603050405020304" pitchFamily="18" charset="0"/>
            </a:endParaRPr>
          </a:p>
        </p:txBody>
      </p:sp>
    </p:spTree>
    <p:extLst>
      <p:ext uri="{BB962C8B-B14F-4D97-AF65-F5344CB8AC3E}">
        <p14:creationId xmlns:p14="http://schemas.microsoft.com/office/powerpoint/2010/main" val="891093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2E856-7B1C-50C8-9CCF-804EB33C3288}"/>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B04473AB-F656-BB75-55D6-B0B8AB1EC35E}"/>
              </a:ext>
            </a:extLst>
          </p:cNvPr>
          <p:cNvGrpSpPr/>
          <p:nvPr/>
        </p:nvGrpSpPr>
        <p:grpSpPr>
          <a:xfrm>
            <a:off x="0" y="106281"/>
            <a:ext cx="10739120" cy="1001160"/>
            <a:chOff x="0" y="270160"/>
            <a:chExt cx="10820400" cy="1179359"/>
          </a:xfrm>
          <a:solidFill>
            <a:schemeClr val="tx2">
              <a:lumMod val="50000"/>
              <a:lumOff val="50000"/>
            </a:schemeClr>
          </a:solidFill>
        </p:grpSpPr>
        <p:sp>
          <p:nvSpPr>
            <p:cNvPr id="3" name="Rectangle: Rounded Corners 2">
              <a:extLst>
                <a:ext uri="{FF2B5EF4-FFF2-40B4-BE49-F238E27FC236}">
                  <a16:creationId xmlns:a16="http://schemas.microsoft.com/office/drawing/2014/main" id="{4FFBA38E-ADB2-65C7-469F-F34A9D00902C}"/>
                </a:ext>
              </a:extLst>
            </p:cNvPr>
            <p:cNvSpPr/>
            <p:nvPr/>
          </p:nvSpPr>
          <p:spPr>
            <a:xfrm>
              <a:off x="0" y="270160"/>
              <a:ext cx="10820400" cy="1179359"/>
            </a:xfrm>
            <a:prstGeom prst="roundRect">
              <a:avLst/>
            </a:prstGeom>
            <a:grp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LID4096"/>
            </a:p>
          </p:txBody>
        </p:sp>
        <p:sp>
          <p:nvSpPr>
            <p:cNvPr id="4" name="Rectangle: Rounded Corners 4">
              <a:extLst>
                <a:ext uri="{FF2B5EF4-FFF2-40B4-BE49-F238E27FC236}">
                  <a16:creationId xmlns:a16="http://schemas.microsoft.com/office/drawing/2014/main" id="{14EA6C7C-FC19-3F05-87DA-439A95E009A2}"/>
                </a:ext>
              </a:extLst>
            </p:cNvPr>
            <p:cNvSpPr txBox="1"/>
            <p:nvPr/>
          </p:nvSpPr>
          <p:spPr>
            <a:xfrm>
              <a:off x="57572" y="327732"/>
              <a:ext cx="10705256" cy="106421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a:t>3</a:t>
              </a:r>
              <a:r>
                <a:rPr lang="en-US" sz="4800" b="1" kern="1200"/>
                <a:t>.3 – Programmabl</a:t>
              </a:r>
              <a:r>
                <a:rPr lang="en-US" sz="4800" b="1"/>
                <a:t>e Logic</a:t>
              </a:r>
              <a:endParaRPr lang="en-US" sz="4800" kern="1200"/>
            </a:p>
          </p:txBody>
        </p:sp>
      </p:grpSp>
      <p:sp>
        <p:nvSpPr>
          <p:cNvPr id="6" name="TextBox 5">
            <a:extLst>
              <a:ext uri="{FF2B5EF4-FFF2-40B4-BE49-F238E27FC236}">
                <a16:creationId xmlns:a16="http://schemas.microsoft.com/office/drawing/2014/main" id="{47D52EF0-78D6-A2CD-1CA1-B03945BC19FE}"/>
              </a:ext>
            </a:extLst>
          </p:cNvPr>
          <p:cNvSpPr txBox="1"/>
          <p:nvPr/>
        </p:nvSpPr>
        <p:spPr>
          <a:xfrm>
            <a:off x="57139" y="1156314"/>
            <a:ext cx="6530473" cy="4094112"/>
          </a:xfrm>
          <a:prstGeom prst="rect">
            <a:avLst/>
          </a:prstGeom>
          <a:noFill/>
        </p:spPr>
        <p:txBody>
          <a:bodyPr wrap="square">
            <a:spAutoFit/>
          </a:bodyPr>
          <a:lstStyle/>
          <a:p>
            <a:r>
              <a:rPr lang="en-US" sz="1800" b="1">
                <a:latin typeface="Times New Roman" panose="02020603050405020304" pitchFamily="18" charset="0"/>
                <a:cs typeface="Times New Roman" panose="02020603050405020304" pitchFamily="18" charset="0"/>
              </a:rPr>
              <a:t>Memory Architecture</a:t>
            </a:r>
          </a:p>
          <a:p>
            <a:pPr marL="285750" indent="-285750">
              <a:buFont typeface="Arial" panose="020B0604020202020204" pitchFamily="34" charset="0"/>
              <a:buChar char="•"/>
            </a:pPr>
            <a:r>
              <a:rPr lang="en-US" sz="1800">
                <a:latin typeface="+mj-lt"/>
                <a:cs typeface="Times New Roman" panose="02020603050405020304" pitchFamily="18" charset="0"/>
              </a:rPr>
              <a:t>Features a 3072-bit internal data bus to route coordinates to all 32 MAC cores simultaneously </a:t>
            </a:r>
          </a:p>
          <a:p>
            <a:pPr marL="285750" indent="-285750">
              <a:buFont typeface="Arial" panose="020B0604020202020204" pitchFamily="34" charset="0"/>
              <a:buChar char="•"/>
            </a:pPr>
            <a:r>
              <a:rPr lang="en-US" sz="1800" b="1">
                <a:latin typeface="+mj-lt"/>
                <a:cs typeface="Times New Roman" panose="02020603050405020304" pitchFamily="18" charset="0"/>
              </a:rPr>
              <a:t>Main Memory: </a:t>
            </a:r>
            <a:r>
              <a:rPr lang="en-US" sz="1800">
                <a:latin typeface="+mj-lt"/>
                <a:cs typeface="Times New Roman" panose="02020603050405020304" pitchFamily="18" charset="0"/>
              </a:rPr>
              <a:t>Synthesized from D-flip flops instead of BRAM to allow instantaneous 3072-bit RW access for intermediate 32-bit fixed point variables</a:t>
            </a:r>
          </a:p>
          <a:p>
            <a:pPr marL="285750" indent="-285750">
              <a:buFont typeface="Arial" panose="020B0604020202020204" pitchFamily="34" charset="0"/>
              <a:buChar char="•"/>
            </a:pPr>
            <a:r>
              <a:rPr lang="en-US" b="1">
                <a:latin typeface="+mj-lt"/>
                <a:cs typeface="Times New Roman" panose="02020603050405020304" pitchFamily="18" charset="0"/>
              </a:rPr>
              <a:t>MAC Write Buffer: </a:t>
            </a:r>
            <a:r>
              <a:rPr lang="en-US">
                <a:latin typeface="+mj-lt"/>
                <a:cs typeface="Times New Roman" panose="02020603050405020304" pitchFamily="18" charset="0"/>
              </a:rPr>
              <a:t>A 32x32x3 = 3078 bit wide collector register that caches parallel MAC outputs over 3 clock cycles </a:t>
            </a:r>
          </a:p>
          <a:p>
            <a:pPr marL="285750" indent="-285750">
              <a:buFont typeface="Arial" panose="020B0604020202020204" pitchFamily="34" charset="0"/>
              <a:buChar char="•"/>
            </a:pPr>
            <a:r>
              <a:rPr lang="en-US" sz="1800" b="1">
                <a:latin typeface="+mj-lt"/>
                <a:cs typeface="Times New Roman" panose="02020603050405020304" pitchFamily="18" charset="0"/>
              </a:rPr>
              <a:t>VRAM (Frame Buffer): </a:t>
            </a:r>
            <a:r>
              <a:rPr lang="en-US"/>
              <a:t>A 1.84 Mb Dual-Port BRAM allowing simultaneous GPU writing (Port A) and HDMI VTC reading (Port B)</a:t>
            </a:r>
          </a:p>
          <a:p>
            <a:pPr marL="285750" indent="-285750">
              <a:buFont typeface="Arial" panose="020B0604020202020204" pitchFamily="34" charset="0"/>
              <a:buChar char="•"/>
            </a:pPr>
            <a:r>
              <a:rPr lang="en-US" sz="1800" b="1">
                <a:latin typeface="+mj-lt"/>
                <a:cs typeface="Times New Roman" panose="02020603050405020304" pitchFamily="18" charset="0"/>
              </a:rPr>
              <a:t>Hardware Double Buffering: </a:t>
            </a:r>
            <a:r>
              <a:rPr lang="en-US" sz="1800">
                <a:latin typeface="+mj-lt"/>
                <a:cs typeface="Times New Roman" panose="02020603050405020304" pitchFamily="18" charset="0"/>
              </a:rPr>
              <a:t>Screen tearing or rendering artifacts have been eliminated by flipping the MSB of VRAM, which changes the active HDMI display region</a:t>
            </a:r>
            <a:endParaRPr lang="en-US" sz="1800" b="1">
              <a:latin typeface="+mj-lt"/>
              <a:cs typeface="Times New Roman" panose="02020603050405020304" pitchFamily="18" charset="0"/>
            </a:endParaRPr>
          </a:p>
        </p:txBody>
      </p:sp>
    </p:spTree>
    <p:extLst>
      <p:ext uri="{BB962C8B-B14F-4D97-AF65-F5344CB8AC3E}">
        <p14:creationId xmlns:p14="http://schemas.microsoft.com/office/powerpoint/2010/main" val="2400113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F0B9034-BE1F-235C-7051-61FDEE7D004A}"/>
              </a:ext>
            </a:extLst>
          </p:cNvPr>
          <p:cNvGrpSpPr/>
          <p:nvPr/>
        </p:nvGrpSpPr>
        <p:grpSpPr>
          <a:xfrm>
            <a:off x="0" y="106281"/>
            <a:ext cx="10739120" cy="1001160"/>
            <a:chOff x="0" y="270160"/>
            <a:chExt cx="10820400" cy="1179359"/>
          </a:xfrm>
          <a:solidFill>
            <a:schemeClr val="tx2">
              <a:lumMod val="50000"/>
              <a:lumOff val="50000"/>
            </a:schemeClr>
          </a:solidFill>
        </p:grpSpPr>
        <p:sp>
          <p:nvSpPr>
            <p:cNvPr id="5" name="Rectangle: Rounded Corners 4">
              <a:extLst>
                <a:ext uri="{FF2B5EF4-FFF2-40B4-BE49-F238E27FC236}">
                  <a16:creationId xmlns:a16="http://schemas.microsoft.com/office/drawing/2014/main" id="{A8C706BD-DF47-80E4-E906-E332DDE5B43C}"/>
                </a:ext>
              </a:extLst>
            </p:cNvPr>
            <p:cNvSpPr/>
            <p:nvPr/>
          </p:nvSpPr>
          <p:spPr>
            <a:xfrm>
              <a:off x="0" y="270160"/>
              <a:ext cx="10820400" cy="1179359"/>
            </a:xfrm>
            <a:prstGeom prst="roundRect">
              <a:avLst/>
            </a:prstGeom>
            <a:grp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LID4096"/>
            </a:p>
          </p:txBody>
        </p:sp>
        <p:sp>
          <p:nvSpPr>
            <p:cNvPr id="6" name="Rectangle: Rounded Corners 4">
              <a:extLst>
                <a:ext uri="{FF2B5EF4-FFF2-40B4-BE49-F238E27FC236}">
                  <a16:creationId xmlns:a16="http://schemas.microsoft.com/office/drawing/2014/main" id="{3F1B4516-7FB7-4FC5-320A-4471EE61E4BA}"/>
                </a:ext>
              </a:extLst>
            </p:cNvPr>
            <p:cNvSpPr txBox="1"/>
            <p:nvPr/>
          </p:nvSpPr>
          <p:spPr>
            <a:xfrm>
              <a:off x="57572" y="327732"/>
              <a:ext cx="10705256" cy="106421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a:t>3</a:t>
              </a:r>
              <a:r>
                <a:rPr lang="en-US" sz="4800" b="1" kern="1200"/>
                <a:t>.4 – Programmabl</a:t>
              </a:r>
              <a:r>
                <a:rPr lang="en-US" sz="4800" b="1"/>
                <a:t>e Logic</a:t>
              </a:r>
              <a:endParaRPr lang="en-US" sz="4800" kern="1200"/>
            </a:p>
          </p:txBody>
        </p:sp>
      </p:grpSp>
      <p:sp>
        <p:nvSpPr>
          <p:cNvPr id="8" name="TextBox 7">
            <a:extLst>
              <a:ext uri="{FF2B5EF4-FFF2-40B4-BE49-F238E27FC236}">
                <a16:creationId xmlns:a16="http://schemas.microsoft.com/office/drawing/2014/main" id="{0BC5CAB4-E810-9066-9F00-F74F2DD3BF8F}"/>
              </a:ext>
            </a:extLst>
          </p:cNvPr>
          <p:cNvSpPr txBox="1"/>
          <p:nvPr/>
        </p:nvSpPr>
        <p:spPr>
          <a:xfrm>
            <a:off x="57139" y="1156314"/>
            <a:ext cx="6530473" cy="1477328"/>
          </a:xfrm>
          <a:prstGeom prst="rect">
            <a:avLst/>
          </a:prstGeom>
          <a:noFill/>
        </p:spPr>
        <p:txBody>
          <a:bodyPr wrap="square">
            <a:spAutoFit/>
          </a:bodyPr>
          <a:lstStyle/>
          <a:p>
            <a:r>
              <a:rPr lang="en-US" sz="1800" b="1">
                <a:latin typeface="Times New Roman" panose="02020603050405020304" pitchFamily="18" charset="0"/>
                <a:cs typeface="Times New Roman" panose="02020603050405020304" pitchFamily="18" charset="0"/>
              </a:rPr>
              <a:t>ISA</a:t>
            </a:r>
          </a:p>
          <a:p>
            <a:pPr marL="285750" indent="-285750">
              <a:buFont typeface="Arial" panose="020B0604020202020204" pitchFamily="34" charset="0"/>
              <a:buChar char="•"/>
            </a:pPr>
            <a:r>
              <a:rPr lang="nn-NO"/>
              <a:t>4 bit op code I 4 bit reg I 16 bit immediate I 4 bit reg I 4 bit reg (Big Endian Style)</a:t>
            </a:r>
          </a:p>
          <a:p>
            <a:pPr marL="285750" indent="-285750">
              <a:buFont typeface="Arial" panose="020B0604020202020204" pitchFamily="34" charset="0"/>
              <a:buChar char="•"/>
            </a:pPr>
            <a:endParaRPr lang="nn-NO"/>
          </a:p>
          <a:p>
            <a:pPr marL="285750" indent="-285750">
              <a:buFont typeface="Arial" panose="020B0604020202020204" pitchFamily="34" charset="0"/>
              <a:buChar char="•"/>
            </a:pPr>
            <a:endParaRPr lang="en-US" sz="1800">
              <a:latin typeface="+mj-lt"/>
              <a:cs typeface="Times New Roman" panose="02020603050405020304" pitchFamily="18" charset="0"/>
            </a:endParaRPr>
          </a:p>
        </p:txBody>
      </p:sp>
      <p:graphicFrame>
        <p:nvGraphicFramePr>
          <p:cNvPr id="14" name="Table 13">
            <a:extLst>
              <a:ext uri="{FF2B5EF4-FFF2-40B4-BE49-F238E27FC236}">
                <a16:creationId xmlns:a16="http://schemas.microsoft.com/office/drawing/2014/main" id="{D73B6CE3-8B5F-B1DE-6ED6-4C7051361A3B}"/>
              </a:ext>
            </a:extLst>
          </p:cNvPr>
          <p:cNvGraphicFramePr>
            <a:graphicFrameLocks noGrp="1"/>
          </p:cNvGraphicFramePr>
          <p:nvPr>
            <p:extLst>
              <p:ext uri="{D42A27DB-BD31-4B8C-83A1-F6EECF244321}">
                <p14:modId xmlns:p14="http://schemas.microsoft.com/office/powerpoint/2010/main" val="3588219392"/>
              </p:ext>
            </p:extLst>
          </p:nvPr>
        </p:nvGraphicFramePr>
        <p:xfrm>
          <a:off x="2654711" y="2113935"/>
          <a:ext cx="9394299" cy="4744068"/>
        </p:xfrm>
        <a:graphic>
          <a:graphicData uri="http://schemas.openxmlformats.org/drawingml/2006/table">
            <a:tbl>
              <a:tblPr/>
              <a:tblGrid>
                <a:gridCol w="3131433">
                  <a:extLst>
                    <a:ext uri="{9D8B030D-6E8A-4147-A177-3AD203B41FA5}">
                      <a16:colId xmlns:a16="http://schemas.microsoft.com/office/drawing/2014/main" val="2715483823"/>
                    </a:ext>
                  </a:extLst>
                </a:gridCol>
                <a:gridCol w="3131433">
                  <a:extLst>
                    <a:ext uri="{9D8B030D-6E8A-4147-A177-3AD203B41FA5}">
                      <a16:colId xmlns:a16="http://schemas.microsoft.com/office/drawing/2014/main" val="2743518610"/>
                    </a:ext>
                  </a:extLst>
                </a:gridCol>
                <a:gridCol w="3131433">
                  <a:extLst>
                    <a:ext uri="{9D8B030D-6E8A-4147-A177-3AD203B41FA5}">
                      <a16:colId xmlns:a16="http://schemas.microsoft.com/office/drawing/2014/main" val="3853715171"/>
                    </a:ext>
                  </a:extLst>
                </a:gridCol>
              </a:tblGrid>
              <a:tr h="443127">
                <a:tc>
                  <a:txBody>
                    <a:bodyPr/>
                    <a:lstStyle/>
                    <a:p>
                      <a:pPr rtl="0">
                        <a:buNone/>
                      </a:pPr>
                      <a:r>
                        <a:rPr lang="en-US" sz="1400" b="1">
                          <a:solidFill>
                            <a:srgbClr val="1F1F1F"/>
                          </a:solidFill>
                          <a:effectLst/>
                          <a:latin typeface="Google Sans Text"/>
                        </a:rPr>
                        <a:t>Category</a:t>
                      </a:r>
                      <a:endParaRPr lang="en-US" sz="1400">
                        <a:solidFill>
                          <a:srgbClr val="1F1F1F"/>
                        </a:solidFill>
                        <a:effectLst/>
                        <a:latin typeface="Google Sans Text"/>
                      </a:endParaRP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400" b="1">
                          <a:solidFill>
                            <a:srgbClr val="1F1F1F"/>
                          </a:solidFill>
                          <a:effectLst/>
                          <a:latin typeface="Google Sans Text"/>
                        </a:rPr>
                        <a:t>Instructions</a:t>
                      </a:r>
                      <a:endParaRPr lang="en-US" sz="1400">
                        <a:solidFill>
                          <a:srgbClr val="1F1F1F"/>
                        </a:solidFill>
                        <a:effectLst/>
                        <a:latin typeface="Google Sans Text"/>
                      </a:endParaRP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400" b="1">
                          <a:solidFill>
                            <a:srgbClr val="1F1F1F"/>
                          </a:solidFill>
                          <a:effectLst/>
                          <a:latin typeface="Google Sans Text"/>
                        </a:rPr>
                        <a:t>Core Hardware Function</a:t>
                      </a:r>
                      <a:endParaRPr lang="en-US" sz="1400">
                        <a:solidFill>
                          <a:srgbClr val="1F1F1F"/>
                        </a:solidFill>
                        <a:effectLst/>
                        <a:latin typeface="Google Sans Text"/>
                      </a:endParaRP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24744508"/>
                  </a:ext>
                </a:extLst>
              </a:tr>
              <a:tr h="677724">
                <a:tc>
                  <a:txBody>
                    <a:bodyPr/>
                    <a:lstStyle/>
                    <a:p>
                      <a:pPr rtl="0">
                        <a:buNone/>
                      </a:pPr>
                      <a:r>
                        <a:rPr lang="en-US" sz="1400" b="1">
                          <a:solidFill>
                            <a:srgbClr val="1F1F1F"/>
                          </a:solidFill>
                          <a:effectLst/>
                          <a:latin typeface="Google Sans Text"/>
                        </a:rPr>
                        <a:t>Control Flow</a:t>
                      </a:r>
                      <a:endParaRPr lang="en-US" sz="1400">
                        <a:solidFill>
                          <a:srgbClr val="1F1F1F"/>
                        </a:solidFill>
                        <a:effectLst/>
                        <a:latin typeface="Google Sans Text"/>
                      </a:endParaRP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400">
                          <a:solidFill>
                            <a:srgbClr val="1F1F1F"/>
                          </a:solidFill>
                          <a:effectLst/>
                          <a:latin typeface="Google Sans Text"/>
                        </a:rPr>
                        <a:t>NOP, END, PAUSE</a:t>
                      </a: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400">
                          <a:solidFill>
                            <a:srgbClr val="1F1F1F"/>
                          </a:solidFill>
                          <a:effectLst/>
                          <a:latin typeface="Google Sans Text"/>
                        </a:rPr>
                        <a:t>FSM state control and hardware interrupt waiting.</a:t>
                      </a: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38888781"/>
                  </a:ext>
                </a:extLst>
              </a:tr>
              <a:tr h="677724">
                <a:tc>
                  <a:txBody>
                    <a:bodyPr/>
                    <a:lstStyle/>
                    <a:p>
                      <a:pPr rtl="0">
                        <a:buNone/>
                      </a:pPr>
                      <a:r>
                        <a:rPr lang="en-US" sz="1400" b="1">
                          <a:solidFill>
                            <a:srgbClr val="1F1F1F"/>
                          </a:solidFill>
                          <a:effectLst/>
                          <a:latin typeface="Google Sans Text"/>
                        </a:rPr>
                        <a:t>Branching</a:t>
                      </a:r>
                      <a:endParaRPr lang="en-US" sz="1400">
                        <a:solidFill>
                          <a:srgbClr val="1F1F1F"/>
                        </a:solidFill>
                        <a:effectLst/>
                        <a:latin typeface="Google Sans Text"/>
                      </a:endParaRP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400">
                          <a:solidFill>
                            <a:srgbClr val="1F1F1F"/>
                          </a:solidFill>
                          <a:effectLst/>
                          <a:latin typeface="Google Sans Text"/>
                        </a:rPr>
                        <a:t>BGE, JUMP</a:t>
                      </a: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400">
                          <a:solidFill>
                            <a:srgbClr val="1F1F1F"/>
                          </a:solidFill>
                          <a:effectLst/>
                          <a:latin typeface="Google Sans Text"/>
                        </a:rPr>
                        <a:t>Conditional program jumping via internal compare flags.</a:t>
                      </a: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76314900"/>
                  </a:ext>
                </a:extLst>
              </a:tr>
              <a:tr h="677724">
                <a:tc>
                  <a:txBody>
                    <a:bodyPr/>
                    <a:lstStyle/>
                    <a:p>
                      <a:pPr rtl="0">
                        <a:buNone/>
                      </a:pPr>
                      <a:r>
                        <a:rPr lang="en-US" sz="1400" b="1">
                          <a:solidFill>
                            <a:srgbClr val="1F1F1F"/>
                          </a:solidFill>
                          <a:effectLst/>
                          <a:latin typeface="Google Sans Text"/>
                        </a:rPr>
                        <a:t>Scalar ALU</a:t>
                      </a:r>
                      <a:endParaRPr lang="en-US" sz="1400">
                        <a:solidFill>
                          <a:srgbClr val="1F1F1F"/>
                        </a:solidFill>
                        <a:effectLst/>
                        <a:latin typeface="Google Sans Text"/>
                      </a:endParaRP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400">
                          <a:solidFill>
                            <a:srgbClr val="1F1F1F"/>
                          </a:solidFill>
                          <a:effectLst/>
                          <a:latin typeface="Google Sans Text"/>
                        </a:rPr>
                        <a:t>XOR, ADD, ADDI</a:t>
                      </a: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400">
                          <a:solidFill>
                            <a:srgbClr val="1F1F1F"/>
                          </a:solidFill>
                          <a:effectLst/>
                          <a:latin typeface="Google Sans Text"/>
                        </a:rPr>
                        <a:t>32-bit scalar math utilizing the 16 Controller GPRs.</a:t>
                      </a: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26524554"/>
                  </a:ext>
                </a:extLst>
              </a:tr>
              <a:tr h="677724">
                <a:tc>
                  <a:txBody>
                    <a:bodyPr/>
                    <a:lstStyle/>
                    <a:p>
                      <a:pPr rtl="0">
                        <a:buNone/>
                      </a:pPr>
                      <a:r>
                        <a:rPr lang="en-US" sz="1400" b="1">
                          <a:solidFill>
                            <a:srgbClr val="1F1F1F"/>
                          </a:solidFill>
                          <a:effectLst/>
                          <a:latin typeface="Google Sans Text"/>
                        </a:rPr>
                        <a:t>SIMD Load</a:t>
                      </a:r>
                      <a:endParaRPr lang="en-US" sz="1400">
                        <a:solidFill>
                          <a:srgbClr val="1F1F1F"/>
                        </a:solidFill>
                        <a:effectLst/>
                        <a:latin typeface="Google Sans Text"/>
                      </a:endParaRP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400">
                          <a:solidFill>
                            <a:srgbClr val="1F1F1F"/>
                          </a:solidFill>
                          <a:effectLst/>
                          <a:latin typeface="Google Sans Text"/>
                        </a:rPr>
                        <a:t>LOADI, LOAD, LOADB</a:t>
                      </a: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400">
                          <a:solidFill>
                            <a:srgbClr val="1F1F1F"/>
                          </a:solidFill>
                          <a:effectLst/>
                          <a:latin typeface="Google Sans Text"/>
                        </a:rPr>
                        <a:t>Spatial coordinate prep and scratchpad data shuffling.</a:t>
                      </a: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12837279"/>
                  </a:ext>
                </a:extLst>
              </a:tr>
              <a:tr h="677724">
                <a:tc>
                  <a:txBody>
                    <a:bodyPr/>
                    <a:lstStyle/>
                    <a:p>
                      <a:pPr rtl="0">
                        <a:buNone/>
                      </a:pPr>
                      <a:r>
                        <a:rPr lang="en-US" sz="1400" b="1">
                          <a:solidFill>
                            <a:srgbClr val="1F1F1F"/>
                          </a:solidFill>
                          <a:effectLst/>
                          <a:latin typeface="Google Sans Text"/>
                        </a:rPr>
                        <a:t>SIMD Exec</a:t>
                      </a:r>
                      <a:endParaRPr lang="en-US" sz="1400">
                        <a:solidFill>
                          <a:srgbClr val="1F1F1F"/>
                        </a:solidFill>
                        <a:effectLst/>
                        <a:latin typeface="Google Sans Text"/>
                      </a:endParaRP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400">
                          <a:solidFill>
                            <a:srgbClr val="1F1F1F"/>
                          </a:solidFill>
                          <a:effectLst/>
                          <a:latin typeface="Google Sans Text"/>
                        </a:rPr>
                        <a:t>WRITEB, WRITE</a:t>
                      </a: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400">
                          <a:solidFill>
                            <a:srgbClr val="1F1F1F"/>
                          </a:solidFill>
                          <a:effectLst/>
                          <a:latin typeface="Google Sans Text"/>
                        </a:rPr>
                        <a:t>Commits data to L1 cache and triggers 32-wide MAC pipeline.</a:t>
                      </a: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97008446"/>
                  </a:ext>
                </a:extLst>
              </a:tr>
              <a:tr h="912321">
                <a:tc>
                  <a:txBody>
                    <a:bodyPr/>
                    <a:lstStyle/>
                    <a:p>
                      <a:pPr rtl="0">
                        <a:buNone/>
                      </a:pPr>
                      <a:r>
                        <a:rPr lang="en-US" sz="1400" b="1">
                          <a:solidFill>
                            <a:srgbClr val="1F1F1F"/>
                          </a:solidFill>
                          <a:effectLst/>
                          <a:latin typeface="Google Sans Text"/>
                        </a:rPr>
                        <a:t>GPU Sync</a:t>
                      </a:r>
                      <a:endParaRPr lang="en-US" sz="1400">
                        <a:solidFill>
                          <a:srgbClr val="1F1F1F"/>
                        </a:solidFill>
                        <a:effectLst/>
                        <a:latin typeface="Google Sans Text"/>
                      </a:endParaRP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400">
                          <a:solidFill>
                            <a:srgbClr val="1F1F1F"/>
                          </a:solidFill>
                          <a:effectLst/>
                          <a:latin typeface="Google Sans Text"/>
                        </a:rPr>
                        <a:t>FBSWAP, OR, SENDITERS</a:t>
                      </a: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400">
                          <a:solidFill>
                            <a:srgbClr val="1F1F1F"/>
                          </a:solidFill>
                          <a:effectLst/>
                          <a:latin typeface="Google Sans Text"/>
                        </a:rPr>
                        <a:t>Divergence masking, VRAM flushing, and double-buffer toggling.</a:t>
                      </a:r>
                    </a:p>
                  </a:txBody>
                  <a:tcPr marL="71725" marR="71725" marT="95634" marB="9563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49241156"/>
                  </a:ext>
                </a:extLst>
              </a:tr>
            </a:tbl>
          </a:graphicData>
        </a:graphic>
      </p:graphicFrame>
    </p:spTree>
    <p:extLst>
      <p:ext uri="{BB962C8B-B14F-4D97-AF65-F5344CB8AC3E}">
        <p14:creationId xmlns:p14="http://schemas.microsoft.com/office/powerpoint/2010/main" val="2310008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5002221-D9A2-3BBC-16BE-6EB54E357870}"/>
              </a:ext>
            </a:extLst>
          </p:cNvPr>
          <p:cNvSpPr txBox="1"/>
          <p:nvPr/>
        </p:nvSpPr>
        <p:spPr>
          <a:xfrm>
            <a:off x="57140" y="1058568"/>
            <a:ext cx="6159908" cy="3693319"/>
          </a:xfrm>
          <a:prstGeom prst="rect">
            <a:avLst/>
          </a:prstGeom>
          <a:noFill/>
        </p:spPr>
        <p:txBody>
          <a:bodyPr wrap="square">
            <a:spAutoFit/>
          </a:bodyPr>
          <a:lstStyle/>
          <a:p>
            <a:r>
              <a:rPr lang="en-US" sz="1800" b="1">
                <a:latin typeface="Times New Roman" panose="02020603050405020304" pitchFamily="18" charset="0"/>
                <a:cs typeface="Times New Roman" panose="02020603050405020304" pitchFamily="18" charset="0"/>
              </a:rPr>
              <a:t>ADV-7511</a:t>
            </a:r>
          </a:p>
          <a:p>
            <a:pPr marL="285750" indent="-285750">
              <a:buFont typeface="Arial" panose="020B0604020202020204" pitchFamily="34" charset="0"/>
              <a:buChar char="•"/>
            </a:pPr>
            <a:r>
              <a:rPr lang="en-US"/>
              <a:t>Driven by a hardware state machine to manage the I2C configuration protocol working on 100 kHz</a:t>
            </a:r>
          </a:p>
          <a:p>
            <a:pPr marL="285750" indent="-285750">
              <a:buFont typeface="Arial" panose="020B0604020202020204" pitchFamily="34" charset="0"/>
              <a:buChar char="•"/>
            </a:pPr>
            <a:r>
              <a:rPr lang="en-US"/>
              <a:t>Transmitter configured to accept 24 bit RGB 4:4:4 color space </a:t>
            </a:r>
          </a:p>
          <a:p>
            <a:pPr marL="285750" indent="-285750">
              <a:buFont typeface="Arial" panose="020B0604020202020204" pitchFamily="34" charset="0"/>
              <a:buChar char="•"/>
            </a:pPr>
            <a:r>
              <a:rPr lang="en-US"/>
              <a:t>Configures the ADV7511 SPDIF registers with a N-value of 6144 (0x1800) and enables Auto-CTS to lock the 48 kHz stereo PCM audio to the 74.25 MHz video clock.</a:t>
            </a:r>
          </a:p>
          <a:p>
            <a:pPr marL="285750" indent="-285750">
              <a:buFont typeface="Arial" panose="020B0604020202020204" pitchFamily="34" charset="0"/>
              <a:buChar char="•"/>
            </a:pPr>
            <a:r>
              <a:rPr lang="en-US"/>
              <a:t>Loads a 31-instruction transaction table configuring the chip for a 16:9 aspect ratio, 24-bit color depth, and injects AVI and Audio </a:t>
            </a:r>
            <a:r>
              <a:rPr lang="en-US" err="1"/>
              <a:t>InfoFrames</a:t>
            </a:r>
            <a:r>
              <a:rPr lang="en-US"/>
              <a:t> into the HDMI stream.</a:t>
            </a:r>
          </a:p>
          <a:p>
            <a:pPr marL="285750" indent="-285750">
              <a:buFont typeface="Arial" panose="020B0604020202020204" pitchFamily="34" charset="0"/>
              <a:buChar char="•"/>
            </a:pPr>
            <a:endParaRPr lang="en-US" sz="18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LID4096">
              <a:latin typeface="+mj-lt"/>
            </a:endParaRPr>
          </a:p>
        </p:txBody>
      </p:sp>
      <p:pic>
        <p:nvPicPr>
          <p:cNvPr id="8" name="Picture 7">
            <a:extLst>
              <a:ext uri="{FF2B5EF4-FFF2-40B4-BE49-F238E27FC236}">
                <a16:creationId xmlns:a16="http://schemas.microsoft.com/office/drawing/2014/main" id="{D70E21FF-4774-DE83-1354-648B21B40CFB}"/>
              </a:ext>
            </a:extLst>
          </p:cNvPr>
          <p:cNvPicPr>
            <a:picLocks noChangeAspect="1"/>
          </p:cNvPicPr>
          <p:nvPr/>
        </p:nvPicPr>
        <p:blipFill>
          <a:blip r:embed="rId2"/>
          <a:stretch>
            <a:fillRect/>
          </a:stretch>
        </p:blipFill>
        <p:spPr>
          <a:xfrm>
            <a:off x="6575573" y="1592124"/>
            <a:ext cx="5616427" cy="5265876"/>
          </a:xfrm>
          <a:prstGeom prst="rect">
            <a:avLst/>
          </a:prstGeom>
        </p:spPr>
      </p:pic>
      <p:sp>
        <p:nvSpPr>
          <p:cNvPr id="9" name="Rectangle 1">
            <a:extLst>
              <a:ext uri="{FF2B5EF4-FFF2-40B4-BE49-F238E27FC236}">
                <a16:creationId xmlns:a16="http://schemas.microsoft.com/office/drawing/2014/main" id="{FBB8FBFF-43C5-5DA4-DE94-DB1BDD32537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LID4096" altLang="LID4096" sz="1800" b="0" i="0" u="none" strike="noStrike" cap="none" normalizeH="0" baseline="0">
                <a:ln>
                  <a:noFill/>
                </a:ln>
                <a:solidFill>
                  <a:schemeClr val="tx1"/>
                </a:solidFill>
                <a:effectLst/>
                <a:latin typeface="Arial" panose="020B0604020202020204" pitchFamily="34" charset="0"/>
              </a:rPr>
              <a:t>Driven by a dedicated PL-side hardware state machine (</a:t>
            </a:r>
            <a:r>
              <a:rPr kumimoji="0" lang="LID4096" altLang="LID4096" sz="1000" b="0" i="0" u="none" strike="noStrike" cap="none" normalizeH="0" baseline="0">
                <a:ln>
                  <a:noFill/>
                </a:ln>
                <a:solidFill>
                  <a:schemeClr val="tx1"/>
                </a:solidFill>
                <a:effectLst/>
                <a:latin typeface="Arial Unicode MS"/>
              </a:rPr>
              <a:t>adv7511_init</a:t>
            </a:r>
            <a:r>
              <a:rPr kumimoji="0" lang="LID4096" altLang="LID4096" sz="800" b="0" i="0" u="none" strike="noStrike" cap="none" normalizeH="0" baseline="0">
                <a:ln>
                  <a:noFill/>
                </a:ln>
                <a:solidFill>
                  <a:schemeClr val="tx1"/>
                </a:solidFill>
                <a:effectLst/>
              </a:rPr>
              <a:t>) to manage the I2C (IIC) configuration protocol</a:t>
            </a:r>
            <a:endParaRPr kumimoji="0" lang="LID4096" altLang="LID4096"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LID4096" altLang="LID4096" sz="1800" b="0" i="0" u="none" strike="noStrike" cap="none" normalizeH="0" baseline="0">
              <a:ln>
                <a:noFill/>
              </a:ln>
              <a:solidFill>
                <a:schemeClr val="tx1"/>
              </a:solidFill>
              <a:effectLst/>
              <a:latin typeface="Arial" panose="020B0604020202020204" pitchFamily="34" charset="0"/>
            </a:endParaRPr>
          </a:p>
        </p:txBody>
      </p:sp>
      <p:grpSp>
        <p:nvGrpSpPr>
          <p:cNvPr id="15" name="Group 14">
            <a:extLst>
              <a:ext uri="{FF2B5EF4-FFF2-40B4-BE49-F238E27FC236}">
                <a16:creationId xmlns:a16="http://schemas.microsoft.com/office/drawing/2014/main" id="{1AB12223-09A8-4B5A-CA08-069DC409B0AD}"/>
              </a:ext>
            </a:extLst>
          </p:cNvPr>
          <p:cNvGrpSpPr/>
          <p:nvPr/>
        </p:nvGrpSpPr>
        <p:grpSpPr>
          <a:xfrm>
            <a:off x="0" y="106281"/>
            <a:ext cx="10739120" cy="1001160"/>
            <a:chOff x="0" y="270160"/>
            <a:chExt cx="10820400" cy="1179359"/>
          </a:xfrm>
          <a:solidFill>
            <a:schemeClr val="tx2">
              <a:lumMod val="50000"/>
              <a:lumOff val="50000"/>
            </a:schemeClr>
          </a:solidFill>
        </p:grpSpPr>
        <p:sp>
          <p:nvSpPr>
            <p:cNvPr id="16" name="Rectangle: Rounded Corners 15">
              <a:extLst>
                <a:ext uri="{FF2B5EF4-FFF2-40B4-BE49-F238E27FC236}">
                  <a16:creationId xmlns:a16="http://schemas.microsoft.com/office/drawing/2014/main" id="{2D0E799C-02F0-8160-34C7-A772E48F6DC4}"/>
                </a:ext>
              </a:extLst>
            </p:cNvPr>
            <p:cNvSpPr/>
            <p:nvPr/>
          </p:nvSpPr>
          <p:spPr>
            <a:xfrm>
              <a:off x="0" y="270160"/>
              <a:ext cx="10820400" cy="1179359"/>
            </a:xfrm>
            <a:prstGeom prst="roundRect">
              <a:avLst/>
            </a:prstGeom>
            <a:grp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LID4096"/>
            </a:p>
          </p:txBody>
        </p:sp>
        <p:sp>
          <p:nvSpPr>
            <p:cNvPr id="17" name="Rectangle: Rounded Corners 4">
              <a:extLst>
                <a:ext uri="{FF2B5EF4-FFF2-40B4-BE49-F238E27FC236}">
                  <a16:creationId xmlns:a16="http://schemas.microsoft.com/office/drawing/2014/main" id="{45BBC9EA-9888-A429-E91B-3FE1CBF3A7AC}"/>
                </a:ext>
              </a:extLst>
            </p:cNvPr>
            <p:cNvSpPr txBox="1"/>
            <p:nvPr/>
          </p:nvSpPr>
          <p:spPr>
            <a:xfrm>
              <a:off x="57572" y="327732"/>
              <a:ext cx="10705256" cy="106421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a:t>3</a:t>
              </a:r>
              <a:r>
                <a:rPr lang="en-US" sz="4800" b="1" kern="1200"/>
                <a:t>.5 – Programmabl</a:t>
              </a:r>
              <a:r>
                <a:rPr lang="en-US" sz="4800" b="1"/>
                <a:t>e Logic</a:t>
              </a:r>
              <a:endParaRPr lang="en-US" sz="4800" kern="1200"/>
            </a:p>
          </p:txBody>
        </p:sp>
      </p:grpSp>
    </p:spTree>
    <p:extLst>
      <p:ext uri="{BB962C8B-B14F-4D97-AF65-F5344CB8AC3E}">
        <p14:creationId xmlns:p14="http://schemas.microsoft.com/office/powerpoint/2010/main" val="4042674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13A34F48-41DC-086A-1826-0302B2DF091C}"/>
              </a:ext>
            </a:extLst>
          </p:cNvPr>
          <p:cNvGrpSpPr/>
          <p:nvPr/>
        </p:nvGrpSpPr>
        <p:grpSpPr>
          <a:xfrm>
            <a:off x="0" y="106281"/>
            <a:ext cx="10739120" cy="1001160"/>
            <a:chOff x="0" y="270160"/>
            <a:chExt cx="10820400" cy="1179359"/>
          </a:xfrm>
          <a:solidFill>
            <a:schemeClr val="accent5"/>
          </a:solidFill>
        </p:grpSpPr>
        <p:sp>
          <p:nvSpPr>
            <p:cNvPr id="6" name="Rectangle: Rounded Corners 5">
              <a:extLst>
                <a:ext uri="{FF2B5EF4-FFF2-40B4-BE49-F238E27FC236}">
                  <a16:creationId xmlns:a16="http://schemas.microsoft.com/office/drawing/2014/main" id="{2A36AEC0-8C2D-6668-677E-6E46515C55D5}"/>
                </a:ext>
              </a:extLst>
            </p:cNvPr>
            <p:cNvSpPr/>
            <p:nvPr/>
          </p:nvSpPr>
          <p:spPr>
            <a:xfrm>
              <a:off x="0" y="270160"/>
              <a:ext cx="10820400" cy="1179359"/>
            </a:xfrm>
            <a:prstGeom prst="roundRect">
              <a:avLst/>
            </a:prstGeom>
            <a:grp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LID4096"/>
            </a:p>
          </p:txBody>
        </p:sp>
        <p:sp>
          <p:nvSpPr>
            <p:cNvPr id="7" name="Rectangle: Rounded Corners 4">
              <a:extLst>
                <a:ext uri="{FF2B5EF4-FFF2-40B4-BE49-F238E27FC236}">
                  <a16:creationId xmlns:a16="http://schemas.microsoft.com/office/drawing/2014/main" id="{3E23471B-CA73-8CAF-22E6-7C2EA12B891D}"/>
                </a:ext>
              </a:extLst>
            </p:cNvPr>
            <p:cNvSpPr txBox="1"/>
            <p:nvPr/>
          </p:nvSpPr>
          <p:spPr>
            <a:xfrm>
              <a:off x="57572" y="327732"/>
              <a:ext cx="10705256" cy="106421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kern="1200"/>
                <a:t>4.1 – Processing System</a:t>
              </a:r>
              <a:endParaRPr lang="en-US" sz="4800" kern="1200"/>
            </a:p>
          </p:txBody>
        </p:sp>
      </p:grpSp>
      <p:sp>
        <p:nvSpPr>
          <p:cNvPr id="10" name="TextBox 9">
            <a:extLst>
              <a:ext uri="{FF2B5EF4-FFF2-40B4-BE49-F238E27FC236}">
                <a16:creationId xmlns:a16="http://schemas.microsoft.com/office/drawing/2014/main" id="{BD68C7F2-EBB3-BB7A-ED80-B5104F746A03}"/>
              </a:ext>
            </a:extLst>
          </p:cNvPr>
          <p:cNvSpPr txBox="1"/>
          <p:nvPr/>
        </p:nvSpPr>
        <p:spPr>
          <a:xfrm>
            <a:off x="57139" y="1156314"/>
            <a:ext cx="8457595" cy="2585323"/>
          </a:xfrm>
          <a:prstGeom prst="rect">
            <a:avLst/>
          </a:prstGeom>
          <a:noFill/>
        </p:spPr>
        <p:txBody>
          <a:bodyPr wrap="square">
            <a:spAutoFit/>
          </a:bodyPr>
          <a:lstStyle/>
          <a:p>
            <a:r>
              <a:rPr lang="en-US" b="1">
                <a:latin typeface="Times New Roman" panose="02020603050405020304" pitchFamily="18" charset="0"/>
                <a:cs typeface="Times New Roman" panose="02020603050405020304" pitchFamily="18" charset="0"/>
              </a:rPr>
              <a:t>Functionality</a:t>
            </a:r>
          </a:p>
          <a:p>
            <a:pPr marL="285750" indent="-285750">
              <a:buFont typeface="Arial" panose="020B0604020202020204" pitchFamily="34" charset="0"/>
              <a:buChar char="•"/>
            </a:pPr>
            <a:r>
              <a:rPr lang="en-US">
                <a:latin typeface="+mj-lt"/>
                <a:cs typeface="Times New Roman" panose="02020603050405020304" pitchFamily="18" charset="0"/>
              </a:rPr>
              <a:t>Loads raw 1280x720 video from SD Card into DDR3 RAM using ARM Cortex CPU and then blasts the frames via the PL’s Video timing controller through AXI interfaces onto the screen </a:t>
            </a:r>
          </a:p>
          <a:p>
            <a:pPr marL="285750" indent="-285750">
              <a:buFont typeface="Arial" panose="020B0604020202020204" pitchFamily="34" charset="0"/>
              <a:buChar char="•"/>
            </a:pPr>
            <a:r>
              <a:rPr lang="en-US">
                <a:latin typeface="+mj-lt"/>
                <a:cs typeface="Times New Roman" panose="02020603050405020304" pitchFamily="18" charset="0"/>
              </a:rPr>
              <a:t>Loads raw 48 kHz stereo audio from SD Card into DDR3 RAM using ARM Cortex CPU and then sends the frames, through the AXI interfaces, to the SPDIF of ADV-7511</a:t>
            </a: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Architecture</a:t>
            </a:r>
          </a:p>
          <a:p>
            <a:endParaRPr lang="en-US">
              <a:latin typeface="+mj-lt"/>
              <a:cs typeface="Times New Roman" panose="02020603050405020304" pitchFamily="18" charset="0"/>
            </a:endParaRPr>
          </a:p>
        </p:txBody>
      </p:sp>
      <p:pic>
        <p:nvPicPr>
          <p:cNvPr id="12" name="Picture 11">
            <a:extLst>
              <a:ext uri="{FF2B5EF4-FFF2-40B4-BE49-F238E27FC236}">
                <a16:creationId xmlns:a16="http://schemas.microsoft.com/office/drawing/2014/main" id="{34F53F84-391C-9841-BA1A-BB568859E7F0}"/>
              </a:ext>
            </a:extLst>
          </p:cNvPr>
          <p:cNvPicPr>
            <a:picLocks noChangeAspect="1"/>
          </p:cNvPicPr>
          <p:nvPr/>
        </p:nvPicPr>
        <p:blipFill>
          <a:blip r:embed="rId2"/>
          <a:stretch>
            <a:fillRect/>
          </a:stretch>
        </p:blipFill>
        <p:spPr>
          <a:xfrm>
            <a:off x="1396180" y="1822114"/>
            <a:ext cx="11169445" cy="5753428"/>
          </a:xfrm>
          <a:prstGeom prst="rect">
            <a:avLst/>
          </a:prstGeom>
        </p:spPr>
      </p:pic>
    </p:spTree>
    <p:extLst>
      <p:ext uri="{BB962C8B-B14F-4D97-AF65-F5344CB8AC3E}">
        <p14:creationId xmlns:p14="http://schemas.microsoft.com/office/powerpoint/2010/main" val="2654200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1F839FA-0089-1DC2-2C8F-95602A0C6167}"/>
              </a:ext>
            </a:extLst>
          </p:cNvPr>
          <p:cNvGrpSpPr/>
          <p:nvPr/>
        </p:nvGrpSpPr>
        <p:grpSpPr>
          <a:xfrm>
            <a:off x="0" y="106281"/>
            <a:ext cx="10739120" cy="1001160"/>
            <a:chOff x="0" y="270160"/>
            <a:chExt cx="10820400" cy="1179359"/>
          </a:xfrm>
          <a:solidFill>
            <a:schemeClr val="accent5"/>
          </a:solidFill>
        </p:grpSpPr>
        <p:sp>
          <p:nvSpPr>
            <p:cNvPr id="5" name="Rectangle: Rounded Corners 4">
              <a:extLst>
                <a:ext uri="{FF2B5EF4-FFF2-40B4-BE49-F238E27FC236}">
                  <a16:creationId xmlns:a16="http://schemas.microsoft.com/office/drawing/2014/main" id="{D5E92900-0E22-34EE-D971-63EC583EA2AC}"/>
                </a:ext>
              </a:extLst>
            </p:cNvPr>
            <p:cNvSpPr/>
            <p:nvPr/>
          </p:nvSpPr>
          <p:spPr>
            <a:xfrm>
              <a:off x="0" y="270160"/>
              <a:ext cx="10820400" cy="1179359"/>
            </a:xfrm>
            <a:prstGeom prst="roundRect">
              <a:avLst/>
            </a:prstGeom>
            <a:grp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LID4096"/>
            </a:p>
          </p:txBody>
        </p:sp>
        <p:sp>
          <p:nvSpPr>
            <p:cNvPr id="6" name="Rectangle: Rounded Corners 4">
              <a:extLst>
                <a:ext uri="{FF2B5EF4-FFF2-40B4-BE49-F238E27FC236}">
                  <a16:creationId xmlns:a16="http://schemas.microsoft.com/office/drawing/2014/main" id="{252B7007-33C7-9C27-E445-BA6C035957A5}"/>
                </a:ext>
              </a:extLst>
            </p:cNvPr>
            <p:cNvSpPr txBox="1"/>
            <p:nvPr/>
          </p:nvSpPr>
          <p:spPr>
            <a:xfrm>
              <a:off x="57572" y="327732"/>
              <a:ext cx="10705256" cy="106421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kern="1200"/>
                <a:t>4.2 – Processing System</a:t>
              </a:r>
              <a:endParaRPr lang="en-US" sz="4800" kern="1200"/>
            </a:p>
          </p:txBody>
        </p:sp>
      </p:grpSp>
      <p:sp>
        <p:nvSpPr>
          <p:cNvPr id="8" name="TextBox 7">
            <a:extLst>
              <a:ext uri="{FF2B5EF4-FFF2-40B4-BE49-F238E27FC236}">
                <a16:creationId xmlns:a16="http://schemas.microsoft.com/office/drawing/2014/main" id="{781C5ED9-AC4D-E517-6F64-494F15B463B0}"/>
              </a:ext>
            </a:extLst>
          </p:cNvPr>
          <p:cNvSpPr txBox="1"/>
          <p:nvPr/>
        </p:nvSpPr>
        <p:spPr>
          <a:xfrm>
            <a:off x="0" y="1156314"/>
            <a:ext cx="6159908" cy="2308324"/>
          </a:xfrm>
          <a:prstGeom prst="rect">
            <a:avLst/>
          </a:prstGeom>
          <a:noFill/>
        </p:spPr>
        <p:txBody>
          <a:bodyPr wrap="square">
            <a:spAutoFit/>
          </a:bodyPr>
          <a:lstStyle/>
          <a:p>
            <a:r>
              <a:rPr lang="en-US" b="1">
                <a:latin typeface="Times New Roman" panose="02020603050405020304" pitchFamily="18" charset="0"/>
                <a:cs typeface="Times New Roman" panose="02020603050405020304" pitchFamily="18" charset="0"/>
              </a:rPr>
              <a:t>Program Flow</a:t>
            </a:r>
          </a:p>
          <a:p>
            <a:pPr marL="285750" indent="-285750">
              <a:buFont typeface="Arial" panose="020B0604020202020204" pitchFamily="34" charset="0"/>
              <a:buChar char="•"/>
            </a:pPr>
            <a:r>
              <a:rPr lang="en-US"/>
              <a:t>System Initialization </a:t>
            </a:r>
          </a:p>
          <a:p>
            <a:pPr marL="285750" indent="-285750">
              <a:buFont typeface="Arial" panose="020B0604020202020204" pitchFamily="34" charset="0"/>
              <a:buChar char="•"/>
            </a:pPr>
            <a:r>
              <a:rPr lang="en-US"/>
              <a:t>AXI DMA Setup</a:t>
            </a:r>
          </a:p>
          <a:p>
            <a:pPr marL="285750" indent="-285750">
              <a:buFont typeface="Arial" panose="020B0604020202020204" pitchFamily="34" charset="0"/>
              <a:buChar char="•"/>
            </a:pPr>
            <a:r>
              <a:rPr lang="en-US"/>
              <a:t>Continuous Audio Streaming Loop</a:t>
            </a:r>
          </a:p>
          <a:p>
            <a:pPr marL="285750" indent="-285750">
              <a:buFont typeface="Arial" panose="020B0604020202020204" pitchFamily="34" charset="0"/>
              <a:buChar char="•"/>
            </a:pPr>
            <a:r>
              <a:rPr lang="en-US"/>
              <a:t>Continuous Video Streaming Loop</a:t>
            </a:r>
          </a:p>
          <a:p>
            <a:pPr marL="285750" indent="-285750">
              <a:buFont typeface="Arial" panose="020B0604020202020204" pitchFamily="34" charset="0"/>
              <a:buChar char="•"/>
            </a:pPr>
            <a:r>
              <a:rPr lang="en-US"/>
              <a:t>A/V Synchronization Management</a:t>
            </a:r>
          </a:p>
          <a:p>
            <a:pPr marL="285750" indent="-285750">
              <a:buFont typeface="Arial" panose="020B0604020202020204" pitchFamily="34" charset="0"/>
              <a:buChar char="•"/>
            </a:pPr>
            <a:r>
              <a:rPr lang="en-US"/>
              <a:t>Diagnostic </a:t>
            </a:r>
            <a:endParaRPr lang="en-US" b="1">
              <a:latin typeface="Times New Roman" panose="02020603050405020304" pitchFamily="18" charset="0"/>
              <a:cs typeface="Times New Roman" panose="02020603050405020304" pitchFamily="18" charset="0"/>
            </a:endParaRPr>
          </a:p>
          <a:p>
            <a:endParaRPr lang="LID4096"/>
          </a:p>
        </p:txBody>
      </p:sp>
    </p:spTree>
    <p:extLst>
      <p:ext uri="{BB962C8B-B14F-4D97-AF65-F5344CB8AC3E}">
        <p14:creationId xmlns:p14="http://schemas.microsoft.com/office/powerpoint/2010/main" val="3459989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B08D8FB-07FF-2331-860B-54AF4DE2EEB8}"/>
              </a:ext>
            </a:extLst>
          </p:cNvPr>
          <p:cNvGrpSpPr/>
          <p:nvPr/>
        </p:nvGrpSpPr>
        <p:grpSpPr>
          <a:xfrm>
            <a:off x="0" y="106281"/>
            <a:ext cx="10739120" cy="1001160"/>
            <a:chOff x="0" y="270160"/>
            <a:chExt cx="10820400" cy="1179359"/>
          </a:xfrm>
          <a:solidFill>
            <a:schemeClr val="accent5"/>
          </a:solidFill>
        </p:grpSpPr>
        <p:sp>
          <p:nvSpPr>
            <p:cNvPr id="5" name="Rectangle: Rounded Corners 4">
              <a:extLst>
                <a:ext uri="{FF2B5EF4-FFF2-40B4-BE49-F238E27FC236}">
                  <a16:creationId xmlns:a16="http://schemas.microsoft.com/office/drawing/2014/main" id="{75377062-BDC8-1784-AD0B-86ABE40C1F76}"/>
                </a:ext>
              </a:extLst>
            </p:cNvPr>
            <p:cNvSpPr/>
            <p:nvPr/>
          </p:nvSpPr>
          <p:spPr>
            <a:xfrm>
              <a:off x="0" y="270160"/>
              <a:ext cx="10820400" cy="1179359"/>
            </a:xfrm>
            <a:prstGeom prst="roundRect">
              <a:avLst/>
            </a:prstGeom>
            <a:grp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LID4096"/>
            </a:p>
          </p:txBody>
        </p:sp>
        <p:sp>
          <p:nvSpPr>
            <p:cNvPr id="6" name="Rectangle: Rounded Corners 4">
              <a:extLst>
                <a:ext uri="{FF2B5EF4-FFF2-40B4-BE49-F238E27FC236}">
                  <a16:creationId xmlns:a16="http://schemas.microsoft.com/office/drawing/2014/main" id="{854D24B2-BC94-521D-5BE5-65105F697A5E}"/>
                </a:ext>
              </a:extLst>
            </p:cNvPr>
            <p:cNvSpPr txBox="1"/>
            <p:nvPr/>
          </p:nvSpPr>
          <p:spPr>
            <a:xfrm>
              <a:off x="57572" y="327732"/>
              <a:ext cx="10705256" cy="106421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a:t>5</a:t>
              </a:r>
              <a:r>
                <a:rPr lang="en-US" sz="4800" b="1" kern="1200"/>
                <a:t>.1 – Performance Analysis</a:t>
              </a:r>
              <a:endParaRPr lang="en-US" sz="4800" kern="1200"/>
            </a:p>
          </p:txBody>
        </p:sp>
      </p:grpSp>
      <p:sp>
        <p:nvSpPr>
          <p:cNvPr id="7" name="TextBox 6">
            <a:extLst>
              <a:ext uri="{FF2B5EF4-FFF2-40B4-BE49-F238E27FC236}">
                <a16:creationId xmlns:a16="http://schemas.microsoft.com/office/drawing/2014/main" id="{485BE89D-1BD5-FEB6-920C-FB3962E8509B}"/>
              </a:ext>
            </a:extLst>
          </p:cNvPr>
          <p:cNvSpPr txBox="1"/>
          <p:nvPr/>
        </p:nvSpPr>
        <p:spPr>
          <a:xfrm>
            <a:off x="363794" y="1376516"/>
            <a:ext cx="9045677" cy="1200329"/>
          </a:xfrm>
          <a:prstGeom prst="rect">
            <a:avLst/>
          </a:prstGeom>
          <a:noFill/>
        </p:spPr>
        <p:txBody>
          <a:bodyPr wrap="square" rtlCol="0">
            <a:spAutoFit/>
          </a:bodyPr>
          <a:lstStyle/>
          <a:p>
            <a:pPr marL="285750" indent="-285750">
              <a:buFont typeface="Arial" panose="020B0604020202020204" pitchFamily="34" charset="0"/>
              <a:buChar char="•"/>
            </a:pPr>
            <a:r>
              <a:rPr lang="en-US"/>
              <a:t>Is able to render Mandelbrot set at 1280x720 resolution at about 0.7 FPS while simultaneously playing raw 1280x720 video in the background</a:t>
            </a:r>
          </a:p>
          <a:p>
            <a:pPr marL="285750" indent="-285750">
              <a:buFont typeface="Arial" panose="020B0604020202020204" pitchFamily="34" charset="0"/>
              <a:buChar char="•"/>
            </a:pPr>
            <a:r>
              <a:rPr lang="en-US"/>
              <a:t>More in demo</a:t>
            </a:r>
          </a:p>
          <a:p>
            <a:pPr marL="285750" indent="-285750">
              <a:buFont typeface="Arial" panose="020B0604020202020204" pitchFamily="34" charset="0"/>
              <a:buChar char="•"/>
            </a:pPr>
            <a:endParaRPr lang="LID4096"/>
          </a:p>
        </p:txBody>
      </p:sp>
    </p:spTree>
    <p:extLst>
      <p:ext uri="{BB962C8B-B14F-4D97-AF65-F5344CB8AC3E}">
        <p14:creationId xmlns:p14="http://schemas.microsoft.com/office/powerpoint/2010/main" val="1669118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ECBB97FA-4278-17EE-2AB6-BDC9E0F81439}"/>
              </a:ext>
            </a:extLst>
          </p:cNvPr>
          <p:cNvGrpSpPr/>
          <p:nvPr/>
        </p:nvGrpSpPr>
        <p:grpSpPr>
          <a:xfrm>
            <a:off x="0" y="106281"/>
            <a:ext cx="10739120" cy="1001160"/>
            <a:chOff x="0" y="270160"/>
            <a:chExt cx="10820400" cy="1179359"/>
          </a:xfrm>
          <a:solidFill>
            <a:schemeClr val="accent5"/>
          </a:solidFill>
        </p:grpSpPr>
        <p:sp>
          <p:nvSpPr>
            <p:cNvPr id="5" name="Rectangle: Rounded Corners 4">
              <a:extLst>
                <a:ext uri="{FF2B5EF4-FFF2-40B4-BE49-F238E27FC236}">
                  <a16:creationId xmlns:a16="http://schemas.microsoft.com/office/drawing/2014/main" id="{EE10D79F-1F1A-6905-4607-1AE4AC6AA56A}"/>
                </a:ext>
              </a:extLst>
            </p:cNvPr>
            <p:cNvSpPr/>
            <p:nvPr/>
          </p:nvSpPr>
          <p:spPr>
            <a:xfrm>
              <a:off x="0" y="270160"/>
              <a:ext cx="10820400" cy="1179359"/>
            </a:xfrm>
            <a:prstGeom prst="roundRect">
              <a:avLst/>
            </a:prstGeom>
            <a:grp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LID4096"/>
            </a:p>
          </p:txBody>
        </p:sp>
        <p:sp>
          <p:nvSpPr>
            <p:cNvPr id="6" name="Rectangle: Rounded Corners 4">
              <a:extLst>
                <a:ext uri="{FF2B5EF4-FFF2-40B4-BE49-F238E27FC236}">
                  <a16:creationId xmlns:a16="http://schemas.microsoft.com/office/drawing/2014/main" id="{7C84F417-0D56-8DD4-A59C-0CC66902E075}"/>
                </a:ext>
              </a:extLst>
            </p:cNvPr>
            <p:cNvSpPr txBox="1"/>
            <p:nvPr/>
          </p:nvSpPr>
          <p:spPr>
            <a:xfrm>
              <a:off x="57572" y="327732"/>
              <a:ext cx="10705256" cy="106421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b="1" kern="1200"/>
                <a:t>6.1 – Challenges</a:t>
              </a:r>
              <a:endParaRPr lang="en-US" sz="4800" kern="1200"/>
            </a:p>
          </p:txBody>
        </p:sp>
      </p:grpSp>
      <p:sp>
        <p:nvSpPr>
          <p:cNvPr id="7" name="AutoShape 2">
            <a:extLst>
              <a:ext uri="{FF2B5EF4-FFF2-40B4-BE49-F238E27FC236}">
                <a16:creationId xmlns:a16="http://schemas.microsoft.com/office/drawing/2014/main" id="{860BC3C8-DC38-718C-C089-63526FE24B08}"/>
              </a:ext>
            </a:extLst>
          </p:cNvPr>
          <p:cNvSpPr>
            <a:spLocks noChangeAspect="1" noChangeArrowheads="1"/>
          </p:cNvSpPr>
          <p:nvPr/>
        </p:nvSpPr>
        <p:spPr bwMode="auto">
          <a:xfrm>
            <a:off x="5943600" y="3276600"/>
            <a:ext cx="2502310" cy="250231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sp>
        <p:nvSpPr>
          <p:cNvPr id="8" name="AutoShape 4">
            <a:extLst>
              <a:ext uri="{FF2B5EF4-FFF2-40B4-BE49-F238E27FC236}">
                <a16:creationId xmlns:a16="http://schemas.microsoft.com/office/drawing/2014/main" id="{8076E948-BBC0-E424-86D6-136C2BCFF6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LID4096"/>
          </a:p>
        </p:txBody>
      </p:sp>
      <p:pic>
        <p:nvPicPr>
          <p:cNvPr id="10" name="Picture 9">
            <a:extLst>
              <a:ext uri="{FF2B5EF4-FFF2-40B4-BE49-F238E27FC236}">
                <a16:creationId xmlns:a16="http://schemas.microsoft.com/office/drawing/2014/main" id="{CD8CEF4C-F127-AF89-90AB-7ECA74904188}"/>
              </a:ext>
            </a:extLst>
          </p:cNvPr>
          <p:cNvPicPr>
            <a:picLocks noChangeAspect="1"/>
          </p:cNvPicPr>
          <p:nvPr/>
        </p:nvPicPr>
        <p:blipFill>
          <a:blip r:embed="rId2"/>
          <a:stretch>
            <a:fillRect/>
          </a:stretch>
        </p:blipFill>
        <p:spPr>
          <a:xfrm>
            <a:off x="411039" y="1337255"/>
            <a:ext cx="7338696" cy="2049958"/>
          </a:xfrm>
          <a:prstGeom prst="rect">
            <a:avLst/>
          </a:prstGeom>
        </p:spPr>
      </p:pic>
    </p:spTree>
    <p:extLst>
      <p:ext uri="{BB962C8B-B14F-4D97-AF65-F5344CB8AC3E}">
        <p14:creationId xmlns:p14="http://schemas.microsoft.com/office/powerpoint/2010/main" val="15148961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Shawaiz Haider</dc:creator>
  <cp:revision>1</cp:revision>
  <dcterms:created xsi:type="dcterms:W3CDTF">2026-05-13T00:16:59Z</dcterms:created>
  <dcterms:modified xsi:type="dcterms:W3CDTF">2026-05-13T10:17:59Z</dcterms:modified>
</cp:coreProperties>
</file>